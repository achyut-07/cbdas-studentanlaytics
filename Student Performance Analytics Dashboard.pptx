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微软雅黑" panose="020B0503020204020204" pitchFamily="34" charset="-122"/>
      <p:regular r:id="rId14"/>
      <p:bold r:id="rId15"/>
    </p:embeddedFont>
    <p:embeddedFont>
      <p:font typeface="Coda" panose="020B0500000000000004" pitchFamily="34" charset="7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89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26-02-20-17:39:12-d6c2ng45rbs6k7fg9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479" y="0"/>
            <a:ext cx="1722530" cy="856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9088" y="319088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42913" y="0"/>
                </a:moveTo>
                <a:lnTo>
                  <a:pt x="442913" y="0"/>
                </a:lnTo>
                <a:cubicBezTo>
                  <a:pt x="687363" y="0"/>
                  <a:pt x="885825" y="198462"/>
                  <a:pt x="885825" y="442913"/>
                </a:cubicBezTo>
                <a:lnTo>
                  <a:pt x="885825" y="442913"/>
                </a:lnTo>
                <a:cubicBezTo>
                  <a:pt x="885825" y="687363"/>
                  <a:pt x="687363" y="885825"/>
                  <a:pt x="442913" y="885825"/>
                </a:cubicBezTo>
                <a:lnTo>
                  <a:pt x="442913" y="885825"/>
                </a:lnTo>
                <a:cubicBezTo>
                  <a:pt x="198462" y="885825"/>
                  <a:pt x="0" y="687363"/>
                  <a:pt x="0" y="442913"/>
                </a:cubicBezTo>
                <a:lnTo>
                  <a:pt x="0" y="442913"/>
                </a:lnTo>
                <a:cubicBezTo>
                  <a:pt x="0" y="198462"/>
                  <a:pt x="198462" y="0"/>
                  <a:pt x="442912" y="0"/>
                </a:cubicBez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 rot="720000">
            <a:off x="10755719" y="650797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3888" y="5348288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366713" y="0"/>
                </a:moveTo>
                <a:lnTo>
                  <a:pt x="366713" y="0"/>
                </a:lnTo>
                <a:cubicBezTo>
                  <a:pt x="569107" y="0"/>
                  <a:pt x="733425" y="164318"/>
                  <a:pt x="733425" y="366713"/>
                </a:cubicBezTo>
                <a:lnTo>
                  <a:pt x="733425" y="366713"/>
                </a:lnTo>
                <a:cubicBezTo>
                  <a:pt x="733425" y="569107"/>
                  <a:pt x="569107" y="733425"/>
                  <a:pt x="366713" y="733425"/>
                </a:cubicBezTo>
                <a:lnTo>
                  <a:pt x="366713" y="733425"/>
                </a:lnTo>
                <a:cubicBezTo>
                  <a:pt x="164318" y="733425"/>
                  <a:pt x="0" y="569107"/>
                  <a:pt x="0" y="366713"/>
                </a:cubicBezTo>
                <a:lnTo>
                  <a:pt x="0" y="366713"/>
                </a:lnTo>
                <a:cubicBezTo>
                  <a:pt x="0" y="164318"/>
                  <a:pt x="164318" y="0"/>
                  <a:pt x="366712" y="0"/>
                </a:cubicBez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-720000">
            <a:off x="10487354" y="5153355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 rot="2700000">
            <a:off x="-219728" y="1609072"/>
            <a:ext cx="276225" cy="1190625"/>
          </a:xfrm>
          <a:custGeom>
            <a:avLst/>
            <a:gdLst/>
            <a:ahLst/>
            <a:cxnLst/>
            <a:rect l="l" t="t" r="r" b="b"/>
            <a:pathLst>
              <a:path w="276225" h="1190625">
                <a:moveTo>
                  <a:pt x="0" y="0"/>
                </a:moveTo>
                <a:lnTo>
                  <a:pt x="276225" y="0"/>
                </a:lnTo>
                <a:lnTo>
                  <a:pt x="2762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348288" y="6262688"/>
            <a:ext cx="1495425" cy="276225"/>
          </a:xfrm>
          <a:custGeom>
            <a:avLst/>
            <a:gdLst/>
            <a:ahLst/>
            <a:cxnLst/>
            <a:rect l="l" t="t" r="r" b="b"/>
            <a:pathLst>
              <a:path w="1495425" h="276225">
                <a:moveTo>
                  <a:pt x="0" y="0"/>
                </a:moveTo>
                <a:lnTo>
                  <a:pt x="1495425" y="0"/>
                </a:lnTo>
                <a:lnTo>
                  <a:pt x="14954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12891" y="752475"/>
            <a:ext cx="2362200" cy="533400"/>
          </a:xfrm>
          <a:custGeom>
            <a:avLst/>
            <a:gdLst/>
            <a:ahLst/>
            <a:cxnLst/>
            <a:rect l="l" t="t" r="r" b="b"/>
            <a:pathLst>
              <a:path w="2362200" h="533400">
                <a:moveTo>
                  <a:pt x="0" y="0"/>
                </a:moveTo>
                <a:lnTo>
                  <a:pt x="2362200" y="0"/>
                </a:lnTo>
                <a:lnTo>
                  <a:pt x="23622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89116" y="88582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ACADEMIC PROJECT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18780" y="1838325"/>
            <a:ext cx="5753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Performance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25873" y="3514725"/>
            <a:ext cx="7743825" cy="723900"/>
          </a:xfrm>
          <a:custGeom>
            <a:avLst/>
            <a:gdLst/>
            <a:ahLst/>
            <a:cxnLst/>
            <a:rect l="l" t="t" r="r" b="b"/>
            <a:pathLst>
              <a:path w="7743825" h="723900">
                <a:moveTo>
                  <a:pt x="0" y="0"/>
                </a:moveTo>
                <a:lnTo>
                  <a:pt x="7743825" y="0"/>
                </a:lnTo>
                <a:lnTo>
                  <a:pt x="77438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68773" y="3724275"/>
            <a:ext cx="705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Cloud-Based Data Analytics using Azure SQL Database and Power BI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51212" y="4799487"/>
            <a:ext cx="2615196" cy="1371166"/>
          </a:xfrm>
          <a:custGeom>
            <a:avLst/>
            <a:gdLst/>
            <a:ahLst/>
            <a:cxnLst/>
            <a:rect l="l" t="t" r="r" b="b"/>
            <a:pathLst>
              <a:path w="2615196" h="1371166">
                <a:moveTo>
                  <a:pt x="0" y="0"/>
                </a:moveTo>
                <a:lnTo>
                  <a:pt x="2615196" y="0"/>
                </a:lnTo>
                <a:lnTo>
                  <a:pt x="2615196" y="1371166"/>
                </a:lnTo>
                <a:lnTo>
                  <a:pt x="0" y="137116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65166" y="4799487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24543" y="5119688"/>
            <a:ext cx="437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2320030053 - Pawan Achyutanand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05736" y="4886325"/>
            <a:ext cx="1428750" cy="1219200"/>
          </a:xfrm>
          <a:custGeom>
            <a:avLst/>
            <a:gdLst/>
            <a:ahLst/>
            <a:cxnLst/>
            <a:rect l="l" t="t" r="r" b="b"/>
            <a:pathLst>
              <a:path w="1428750" h="1219200">
                <a:moveTo>
                  <a:pt x="0" y="0"/>
                </a:moveTo>
                <a:lnTo>
                  <a:pt x="1428750" y="0"/>
                </a:lnTo>
                <a:lnTo>
                  <a:pt x="14287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0524" y="505777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Guided by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15286" y="5324475"/>
            <a:ext cx="1101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Bonagani Prathush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724543" y="5348288"/>
            <a:ext cx="437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2320030011 - P Harshavardhan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622170" y="5600700"/>
            <a:ext cx="437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2320030481 - K Pranay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622170" y="5853113"/>
            <a:ext cx="437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2320030175 - P Abhideep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9488" y="242888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290513" y="0"/>
                </a:moveTo>
                <a:lnTo>
                  <a:pt x="290513" y="0"/>
                </a:lnTo>
                <a:cubicBezTo>
                  <a:pt x="450851" y="0"/>
                  <a:pt x="581025" y="130174"/>
                  <a:pt x="581025" y="290513"/>
                </a:cubicBezTo>
                <a:lnTo>
                  <a:pt x="581025" y="290513"/>
                </a:lnTo>
                <a:cubicBezTo>
                  <a:pt x="581025" y="450851"/>
                  <a:pt x="450851" y="581025"/>
                  <a:pt x="290513" y="581025"/>
                </a:cubicBezTo>
                <a:lnTo>
                  <a:pt x="290513" y="581025"/>
                </a:lnTo>
                <a:cubicBezTo>
                  <a:pt x="130174" y="581025"/>
                  <a:pt x="0" y="450851"/>
                  <a:pt x="0" y="290513"/>
                </a:cubicBezTo>
                <a:lnTo>
                  <a:pt x="0" y="290513"/>
                </a:lnTo>
                <a:cubicBezTo>
                  <a:pt x="0" y="130174"/>
                  <a:pt x="130174" y="0"/>
                  <a:pt x="290512" y="0"/>
                </a:cubicBez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10981672" y="5342872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0">
            <a:off x="276554" y="1190954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438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1025" y="5810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810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609600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219200"/>
            <a:ext cx="11430000" cy="76200"/>
          </a:xfrm>
          <a:custGeom>
            <a:avLst/>
            <a:gdLst/>
            <a:ahLst/>
            <a:cxnLst/>
            <a:rect l="l" t="t" r="r" b="b"/>
            <a:pathLst>
              <a:path w="11430000" h="76200">
                <a:moveTo>
                  <a:pt x="0" y="0"/>
                </a:moveTo>
                <a:lnTo>
                  <a:pt x="11430000" y="0"/>
                </a:lnTo>
                <a:lnTo>
                  <a:pt x="11430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0050" y="1619250"/>
            <a:ext cx="5562600" cy="1581150"/>
          </a:xfrm>
          <a:custGeom>
            <a:avLst/>
            <a:gdLst/>
            <a:ahLst/>
            <a:cxnLst/>
            <a:rect l="l" t="t" r="r" b="b"/>
            <a:pathLst>
              <a:path w="5562600" h="1581150">
                <a:moveTo>
                  <a:pt x="0" y="0"/>
                </a:moveTo>
                <a:lnTo>
                  <a:pt x="5562600" y="0"/>
                </a:lnTo>
                <a:lnTo>
                  <a:pt x="55626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1988" y="1881187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4388" y="2019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33500" y="186690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Generation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3500" y="2209800"/>
            <a:ext cx="4457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Educational institutions generate </a:t>
            </a: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large amounts of academic data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including student records, grades, attendance, and performance metrics.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9350" y="1619250"/>
            <a:ext cx="5562600" cy="1581150"/>
          </a:xfrm>
          <a:custGeom>
            <a:avLst/>
            <a:gdLst/>
            <a:ahLst/>
            <a:cxnLst/>
            <a:rect l="l" t="t" r="r" b="b"/>
            <a:pathLst>
              <a:path w="5562600" h="1581150">
                <a:moveTo>
                  <a:pt x="0" y="0"/>
                </a:moveTo>
                <a:lnTo>
                  <a:pt x="5562600" y="0"/>
                </a:lnTo>
                <a:lnTo>
                  <a:pt x="5562600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1288" y="1881187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2940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62800" y="186690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Analysis Challenges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62800" y="2209800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Manual analysis of student performance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is inefficient, time-consuming, and prone to human errors.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467100"/>
            <a:ext cx="5562600" cy="1333500"/>
          </a:xfrm>
          <a:custGeom>
            <a:avLst/>
            <a:gdLst/>
            <a:ahLst/>
            <a:cxnLst/>
            <a:rect l="l" t="t" r="r" b="b"/>
            <a:pathLst>
              <a:path w="5562600" h="1333500">
                <a:moveTo>
                  <a:pt x="0" y="0"/>
                </a:moveTo>
                <a:lnTo>
                  <a:pt x="5562600" y="0"/>
                </a:lnTo>
                <a:lnTo>
                  <a:pt x="5562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1988" y="372903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0100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33500" y="371475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Analytics Benefits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3500" y="4057650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analytics enables faster insights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and informed decisions through automated processing and visualization.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3467100"/>
            <a:ext cx="5562600" cy="1333500"/>
          </a:xfrm>
          <a:custGeom>
            <a:avLst/>
            <a:gdLst/>
            <a:ahLst/>
            <a:cxnLst/>
            <a:rect l="l" t="t" r="r" b="b"/>
            <a:pathLst>
              <a:path w="5562600" h="1333500">
                <a:moveTo>
                  <a:pt x="0" y="0"/>
                </a:moveTo>
                <a:lnTo>
                  <a:pt x="5562600" y="0"/>
                </a:lnTo>
                <a:lnTo>
                  <a:pt x="5562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1288" y="372903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29400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62800" y="371475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Focus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800" y="4057650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This project analyzes </a:t>
            </a: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performance using cloud-based analytics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with Azure and Power BI technologies.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70002" y="5067300"/>
            <a:ext cx="1990725" cy="495300"/>
          </a:xfrm>
          <a:custGeom>
            <a:avLst/>
            <a:gdLst/>
            <a:ahLst/>
            <a:cxnLst/>
            <a:rect l="l" t="t" r="r" b="b"/>
            <a:pathLst>
              <a:path w="1990725" h="495300">
                <a:moveTo>
                  <a:pt x="0" y="0"/>
                </a:moveTo>
                <a:lnTo>
                  <a:pt x="1990725" y="0"/>
                </a:lnTo>
                <a:lnTo>
                  <a:pt x="19907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17652" y="52006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Cloud-Based Solution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4896" y="5067300"/>
            <a:ext cx="1847850" cy="495300"/>
          </a:xfrm>
          <a:custGeom>
            <a:avLst/>
            <a:gdLst/>
            <a:ahLst/>
            <a:cxnLst/>
            <a:rect l="l" t="t" r="r" b="b"/>
            <a:pathLst>
              <a:path w="1847850" h="495300">
                <a:moveTo>
                  <a:pt x="0" y="0"/>
                </a:moveTo>
                <a:lnTo>
                  <a:pt x="1847850" y="0"/>
                </a:lnTo>
                <a:lnTo>
                  <a:pt x="184785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72546" y="52006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38628" y="5067300"/>
            <a:ext cx="2085975" cy="495300"/>
          </a:xfrm>
          <a:custGeom>
            <a:avLst/>
            <a:gdLst/>
            <a:ahLst/>
            <a:cxnLst/>
            <a:rect l="l" t="t" r="r" b="b"/>
            <a:pathLst>
              <a:path w="2085975" h="495300">
                <a:moveTo>
                  <a:pt x="0" y="0"/>
                </a:moveTo>
                <a:lnTo>
                  <a:pt x="2085975" y="0"/>
                </a:lnTo>
                <a:lnTo>
                  <a:pt x="208597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86278" y="52006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Dashboards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088" y="319088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366713" y="0"/>
                </a:moveTo>
                <a:lnTo>
                  <a:pt x="366713" y="0"/>
                </a:lnTo>
                <a:cubicBezTo>
                  <a:pt x="569107" y="0"/>
                  <a:pt x="733425" y="164318"/>
                  <a:pt x="733425" y="366713"/>
                </a:cubicBezTo>
                <a:lnTo>
                  <a:pt x="733425" y="366713"/>
                </a:lnTo>
                <a:cubicBezTo>
                  <a:pt x="733425" y="569107"/>
                  <a:pt x="569107" y="733425"/>
                  <a:pt x="366713" y="733425"/>
                </a:cubicBezTo>
                <a:lnTo>
                  <a:pt x="366713" y="733425"/>
                </a:lnTo>
                <a:cubicBezTo>
                  <a:pt x="164318" y="733425"/>
                  <a:pt x="0" y="569107"/>
                  <a:pt x="0" y="366713"/>
                </a:cubicBezTo>
                <a:lnTo>
                  <a:pt x="0" y="366713"/>
                </a:lnTo>
                <a:cubicBezTo>
                  <a:pt x="0" y="164318"/>
                  <a:pt x="164318" y="0"/>
                  <a:pt x="366712" y="0"/>
                </a:cubicBez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10930377" y="5443977"/>
            <a:ext cx="581025" cy="581025"/>
          </a:xfrm>
          <a:custGeom>
            <a:avLst/>
            <a:gdLst/>
            <a:ahLst/>
            <a:cxnLst/>
            <a:rect l="l" t="t" r="r" b="b"/>
            <a:pathLst>
              <a:path w="581025" h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11441580" y="145938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438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5306" y="581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8100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6096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219200"/>
            <a:ext cx="11430000" cy="76200"/>
          </a:xfrm>
          <a:custGeom>
            <a:avLst/>
            <a:gdLst/>
            <a:ahLst/>
            <a:cxnLst/>
            <a:rect l="l" t="t" r="r" b="b"/>
            <a:pathLst>
              <a:path w="11430000" h="76200">
                <a:moveTo>
                  <a:pt x="0" y="0"/>
                </a:moveTo>
                <a:lnTo>
                  <a:pt x="11430000" y="0"/>
                </a:lnTo>
                <a:lnTo>
                  <a:pt x="11430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0050" y="1543050"/>
            <a:ext cx="3648075" cy="1828800"/>
          </a:xfrm>
          <a:custGeom>
            <a:avLst/>
            <a:gdLst/>
            <a:ahLst/>
            <a:cxnLst/>
            <a:rect l="l" t="t" r="r" b="b"/>
            <a:pathLst>
              <a:path w="3648075" h="1828800">
                <a:moveTo>
                  <a:pt x="0" y="0"/>
                </a:moveTo>
                <a:lnTo>
                  <a:pt x="3648075" y="0"/>
                </a:lnTo>
                <a:lnTo>
                  <a:pt x="3648075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888" y="17668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5285" y="1828800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32410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Underutilized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6670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marks and attendance data are </a:t>
            </a: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not effectively utilized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decision-making.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3525" y="1543050"/>
            <a:ext cx="3648075" cy="1828800"/>
          </a:xfrm>
          <a:custGeom>
            <a:avLst/>
            <a:gdLst/>
            <a:ahLst/>
            <a:cxnLst/>
            <a:rect l="l" t="t" r="r" b="b"/>
            <a:pathLst>
              <a:path w="3648075" h="1828800">
                <a:moveTo>
                  <a:pt x="0" y="0"/>
                </a:moveTo>
                <a:lnTo>
                  <a:pt x="3648075" y="0"/>
                </a:lnTo>
                <a:lnTo>
                  <a:pt x="3648075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97363" y="17668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0186" y="1828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3075" y="232410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Trend Identification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3075" y="26670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Difficult to identify weak subjects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and performance trends across semesters.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47000" y="1543050"/>
            <a:ext cx="3648075" cy="1828800"/>
          </a:xfrm>
          <a:custGeom>
            <a:avLst/>
            <a:gdLst/>
            <a:ahLst/>
            <a:cxnLst/>
            <a:rect l="l" t="t" r="r" b="b"/>
            <a:pathLst>
              <a:path w="3648075" h="1828800">
                <a:moveTo>
                  <a:pt x="0" y="0"/>
                </a:moveTo>
                <a:lnTo>
                  <a:pt x="3648075" y="0"/>
                </a:lnTo>
                <a:lnTo>
                  <a:pt x="3648075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70838" y="1766888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2098" y="1828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6550" y="232410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Analytical Gap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6550" y="2667000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Need for an analytical and visual solution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to transform raw data into actionable insights.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3638550"/>
            <a:ext cx="11391900" cy="1495425"/>
          </a:xfrm>
          <a:custGeom>
            <a:avLst/>
            <a:gdLst/>
            <a:ahLst/>
            <a:cxnLst/>
            <a:rect l="l" t="t" r="r" b="b"/>
            <a:pathLst>
              <a:path w="11391900" h="1495425">
                <a:moveTo>
                  <a:pt x="0" y="0"/>
                </a:moveTo>
                <a:lnTo>
                  <a:pt x="11391900" y="0"/>
                </a:lnTo>
                <a:lnTo>
                  <a:pt x="113919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6750" y="4024313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7250" y="42148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38300" y="3886200"/>
            <a:ext cx="1002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38300" y="4267200"/>
            <a:ext cx="10001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 </a:t>
            </a: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analyze and visualize student academic performance efficiently</a:t>
            </a:r>
            <a:r>
              <a:rPr lang="en-US" sz="15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using cloud-based technologies, enabling educators to make data-driven decisions for improved learning outcomes.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54662" y="54006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26112" y="557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56807" y="60674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Save Time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48846" y="54006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06008" y="5572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52616" y="6067425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Gain Insights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04434" y="5400675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75884" y="557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45250" y="606742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Track Progress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2288" y="242888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42913" y="0"/>
                </a:moveTo>
                <a:lnTo>
                  <a:pt x="442913" y="0"/>
                </a:lnTo>
                <a:cubicBezTo>
                  <a:pt x="687363" y="0"/>
                  <a:pt x="885825" y="198462"/>
                  <a:pt x="885825" y="442913"/>
                </a:cubicBezTo>
                <a:lnTo>
                  <a:pt x="885825" y="442913"/>
                </a:lnTo>
                <a:cubicBezTo>
                  <a:pt x="885825" y="687363"/>
                  <a:pt x="687363" y="885825"/>
                  <a:pt x="442913" y="885825"/>
                </a:cubicBezTo>
                <a:lnTo>
                  <a:pt x="442913" y="885825"/>
                </a:lnTo>
                <a:cubicBezTo>
                  <a:pt x="198462" y="885825"/>
                  <a:pt x="0" y="687363"/>
                  <a:pt x="0" y="442913"/>
                </a:cubicBezTo>
                <a:lnTo>
                  <a:pt x="0" y="442913"/>
                </a:lnTo>
                <a:cubicBezTo>
                  <a:pt x="0" y="198462"/>
                  <a:pt x="198462" y="0"/>
                  <a:pt x="442912" y="0"/>
                </a:cubicBez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421865" y="5374865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11533561" y="117036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438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5306" y="581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4675" y="20259"/>
                </a:moveTo>
                <a:cubicBezTo>
                  <a:pt x="80758" y="24501"/>
                  <a:pt x="82209" y="32872"/>
                  <a:pt x="77967" y="38900"/>
                </a:cubicBezTo>
                <a:lnTo>
                  <a:pt x="46713" y="83548"/>
                </a:lnTo>
                <a:cubicBezTo>
                  <a:pt x="44425" y="86785"/>
                  <a:pt x="40853" y="88850"/>
                  <a:pt x="36891" y="89185"/>
                </a:cubicBezTo>
                <a:cubicBezTo>
                  <a:pt x="32928" y="89520"/>
                  <a:pt x="29021" y="88181"/>
                  <a:pt x="26231" y="85390"/>
                </a:cubicBezTo>
                <a:lnTo>
                  <a:pt x="3907" y="63066"/>
                </a:lnTo>
                <a:cubicBezTo>
                  <a:pt x="-1284" y="57820"/>
                  <a:pt x="-1284" y="49337"/>
                  <a:pt x="3907" y="44090"/>
                </a:cubicBezTo>
                <a:cubicBezTo>
                  <a:pt x="9097" y="38844"/>
                  <a:pt x="17636" y="38900"/>
                  <a:pt x="22882" y="44090"/>
                </a:cubicBezTo>
                <a:lnTo>
                  <a:pt x="33933" y="55141"/>
                </a:lnTo>
                <a:lnTo>
                  <a:pt x="56034" y="23552"/>
                </a:lnTo>
                <a:cubicBezTo>
                  <a:pt x="60275" y="17469"/>
                  <a:pt x="68647" y="16018"/>
                  <a:pt x="74675" y="20259"/>
                </a:cubicBezTo>
                <a:close/>
                <a:moveTo>
                  <a:pt x="74675" y="109556"/>
                </a:moveTo>
                <a:cubicBezTo>
                  <a:pt x="80758" y="113798"/>
                  <a:pt x="82209" y="122169"/>
                  <a:pt x="77967" y="128197"/>
                </a:cubicBezTo>
                <a:lnTo>
                  <a:pt x="46713" y="172845"/>
                </a:lnTo>
                <a:cubicBezTo>
                  <a:pt x="44425" y="176082"/>
                  <a:pt x="40853" y="178147"/>
                  <a:pt x="36891" y="178482"/>
                </a:cubicBezTo>
                <a:cubicBezTo>
                  <a:pt x="32928" y="178817"/>
                  <a:pt x="29021" y="177478"/>
                  <a:pt x="26231" y="174687"/>
                </a:cubicBezTo>
                <a:lnTo>
                  <a:pt x="3907" y="152363"/>
                </a:lnTo>
                <a:cubicBezTo>
                  <a:pt x="-1339" y="147117"/>
                  <a:pt x="-1339" y="138633"/>
                  <a:pt x="3907" y="133443"/>
                </a:cubicBezTo>
                <a:cubicBezTo>
                  <a:pt x="9153" y="128253"/>
                  <a:pt x="17636" y="128197"/>
                  <a:pt x="22827" y="133443"/>
                </a:cubicBezTo>
                <a:lnTo>
                  <a:pt x="33877" y="144494"/>
                </a:lnTo>
                <a:lnTo>
                  <a:pt x="55978" y="112905"/>
                </a:lnTo>
                <a:cubicBezTo>
                  <a:pt x="60220" y="106821"/>
                  <a:pt x="68591" y="105370"/>
                  <a:pt x="74619" y="109612"/>
                </a:cubicBezTo>
                <a:close/>
                <a:moveTo>
                  <a:pt x="125016" y="53578"/>
                </a:moveTo>
                <a:cubicBezTo>
                  <a:pt x="125016" y="43700"/>
                  <a:pt x="132997" y="35719"/>
                  <a:pt x="142875" y="35719"/>
                </a:cubicBez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142875" y="71438"/>
                </a:lnTo>
                <a:cubicBezTo>
                  <a:pt x="132997" y="71438"/>
                  <a:pt x="125016" y="63457"/>
                  <a:pt x="125016" y="53578"/>
                </a:cubicBezTo>
                <a:close/>
                <a:moveTo>
                  <a:pt x="125016" y="142875"/>
                </a:moveTo>
                <a:cubicBezTo>
                  <a:pt x="125016" y="132997"/>
                  <a:pt x="132997" y="125016"/>
                  <a:pt x="142875" y="125016"/>
                </a:cubicBezTo>
                <a:lnTo>
                  <a:pt x="267891" y="125016"/>
                </a:lnTo>
                <a:cubicBezTo>
                  <a:pt x="277769" y="125016"/>
                  <a:pt x="285750" y="132997"/>
                  <a:pt x="285750" y="142875"/>
                </a:cubicBezTo>
                <a:cubicBezTo>
                  <a:pt x="285750" y="152753"/>
                  <a:pt x="277769" y="160734"/>
                  <a:pt x="267891" y="160734"/>
                </a:cubicBezTo>
                <a:lnTo>
                  <a:pt x="142875" y="160734"/>
                </a:lnTo>
                <a:cubicBezTo>
                  <a:pt x="132997" y="160734"/>
                  <a:pt x="125016" y="152753"/>
                  <a:pt x="125016" y="142875"/>
                </a:cubicBezTo>
                <a:close/>
                <a:moveTo>
                  <a:pt x="89297" y="232172"/>
                </a:moveTo>
                <a:cubicBezTo>
                  <a:pt x="89297" y="222293"/>
                  <a:pt x="97278" y="214313"/>
                  <a:pt x="107156" y="214313"/>
                </a:cubicBezTo>
                <a:lnTo>
                  <a:pt x="267891" y="214313"/>
                </a:lnTo>
                <a:cubicBezTo>
                  <a:pt x="277769" y="214313"/>
                  <a:pt x="285750" y="222293"/>
                  <a:pt x="285750" y="232172"/>
                </a:cubicBezTo>
                <a:cubicBezTo>
                  <a:pt x="285750" y="242050"/>
                  <a:pt x="277769" y="250031"/>
                  <a:pt x="267891" y="250031"/>
                </a:cubicBezTo>
                <a:lnTo>
                  <a:pt x="107156" y="250031"/>
                </a:lnTo>
                <a:cubicBezTo>
                  <a:pt x="97278" y="250031"/>
                  <a:pt x="89297" y="242050"/>
                  <a:pt x="89297" y="232172"/>
                </a:cubicBezTo>
                <a:close/>
                <a:moveTo>
                  <a:pt x="35719" y="209848"/>
                </a:moveTo>
                <a:cubicBezTo>
                  <a:pt x="48040" y="209848"/>
                  <a:pt x="58043" y="219851"/>
                  <a:pt x="58043" y="232172"/>
                </a:cubicBezTo>
                <a:cubicBezTo>
                  <a:pt x="58043" y="244493"/>
                  <a:pt x="48040" y="254496"/>
                  <a:pt x="35719" y="254496"/>
                </a:cubicBezTo>
                <a:cubicBezTo>
                  <a:pt x="23398" y="254496"/>
                  <a:pt x="13395" y="244493"/>
                  <a:pt x="13395" y="232172"/>
                </a:cubicBezTo>
                <a:cubicBezTo>
                  <a:pt x="13395" y="219851"/>
                  <a:pt x="23398" y="209848"/>
                  <a:pt x="35719" y="2098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81000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609600"/>
            <a:ext cx="5191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Objectives of the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1219200"/>
            <a:ext cx="11430000" cy="76200"/>
          </a:xfrm>
          <a:custGeom>
            <a:avLst/>
            <a:gdLst/>
            <a:ahLst/>
            <a:cxnLst/>
            <a:rect l="l" t="t" r="r" b="b"/>
            <a:pathLst>
              <a:path w="11430000" h="76200">
                <a:moveTo>
                  <a:pt x="0" y="0"/>
                </a:moveTo>
                <a:lnTo>
                  <a:pt x="11430000" y="0"/>
                </a:lnTo>
                <a:lnTo>
                  <a:pt x="11430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0050" y="1543050"/>
            <a:ext cx="5581650" cy="1257300"/>
          </a:xfrm>
          <a:custGeom>
            <a:avLst/>
            <a:gdLst/>
            <a:ahLst/>
            <a:cxnLst/>
            <a:rect l="l" t="t" r="r" b="b"/>
            <a:pathLst>
              <a:path w="5581650" h="1257300">
                <a:moveTo>
                  <a:pt x="0" y="0"/>
                </a:moveTo>
                <a:lnTo>
                  <a:pt x="5581650" y="0"/>
                </a:lnTo>
                <a:lnTo>
                  <a:pt x="55816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888" y="176688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6288" y="1905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95400" y="17526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5400" y="2095500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Store student data in a </a:t>
            </a: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structured relational format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using Azure SQL Database for efficient data management.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300" y="1543050"/>
            <a:ext cx="5581650" cy="1257300"/>
          </a:xfrm>
          <a:custGeom>
            <a:avLst/>
            <a:gdLst/>
            <a:ahLst/>
            <a:cxnLst/>
            <a:rect l="l" t="t" r="r" b="b"/>
            <a:pathLst>
              <a:path w="5581650" h="1257300">
                <a:moveTo>
                  <a:pt x="0" y="0"/>
                </a:moveTo>
                <a:lnTo>
                  <a:pt x="5581650" y="0"/>
                </a:lnTo>
                <a:lnTo>
                  <a:pt x="55816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34138" y="176688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0825" y="1905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05650" y="17526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Analytical Workloads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5650" y="2095500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 analytical workloads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on academic data to extract meaningful patterns and insights.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028950"/>
            <a:ext cx="5581650" cy="1257300"/>
          </a:xfrm>
          <a:custGeom>
            <a:avLst/>
            <a:gdLst/>
            <a:ahLst/>
            <a:cxnLst/>
            <a:rect l="l" t="t" r="r" b="b"/>
            <a:pathLst>
              <a:path w="5581650" h="1257300">
                <a:moveTo>
                  <a:pt x="0" y="0"/>
                </a:moveTo>
                <a:lnTo>
                  <a:pt x="5581650" y="0"/>
                </a:lnTo>
                <a:lnTo>
                  <a:pt x="55816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3888" y="325278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339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95400" y="32385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KPI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5400" y="3581400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Generate KPIs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quick performance evaluation and monitoring of student progress.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3028950"/>
            <a:ext cx="5581650" cy="1257300"/>
          </a:xfrm>
          <a:custGeom>
            <a:avLst/>
            <a:gdLst/>
            <a:ahLst/>
            <a:cxnLst/>
            <a:rect l="l" t="t" r="r" b="b"/>
            <a:pathLst>
              <a:path w="5581650" h="1257300">
                <a:moveTo>
                  <a:pt x="0" y="0"/>
                </a:moveTo>
                <a:lnTo>
                  <a:pt x="5581650" y="0"/>
                </a:lnTo>
                <a:lnTo>
                  <a:pt x="55816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34138" y="325278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57963" y="3390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05650" y="3238500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05650" y="3581400"/>
            <a:ext cx="4552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Visualize insights using Power BI dashboards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for interactive and intuitive data exploration.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514850"/>
            <a:ext cx="11391900" cy="1009650"/>
          </a:xfrm>
          <a:custGeom>
            <a:avLst/>
            <a:gdLst/>
            <a:ahLst/>
            <a:cxnLst/>
            <a:rect l="l" t="t" r="r" b="b"/>
            <a:pathLst>
              <a:path w="11391900" h="1009650">
                <a:moveTo>
                  <a:pt x="0" y="0"/>
                </a:moveTo>
                <a:lnTo>
                  <a:pt x="11391900" y="0"/>
                </a:lnTo>
                <a:lnTo>
                  <a:pt x="113919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3888" y="4738688"/>
            <a:ext cx="504825" cy="504825"/>
          </a:xfrm>
          <a:custGeom>
            <a:avLst/>
            <a:gdLst/>
            <a:ahLst/>
            <a:cxnLst/>
            <a:rect l="l" t="t" r="r" b="b"/>
            <a:pathLst>
              <a:path w="504825" h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810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7713" y="4876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95400" y="4724400"/>
            <a:ext cx="879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Scalability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5067300"/>
            <a:ext cx="8772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 Azure cloud services for scalability and reliability</a:t>
            </a: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, ensuring the system can handle growing data volumes and user demands.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03526" y="5791200"/>
            <a:ext cx="4581525" cy="533400"/>
          </a:xfrm>
          <a:custGeom>
            <a:avLst/>
            <a:gdLst/>
            <a:ahLst/>
            <a:cxnLst/>
            <a:rect l="l" t="t" r="r" b="b"/>
            <a:pathLst>
              <a:path w="4581525" h="533400">
                <a:moveTo>
                  <a:pt x="0" y="0"/>
                </a:moveTo>
                <a:lnTo>
                  <a:pt x="4581525" y="0"/>
                </a:lnTo>
                <a:lnTo>
                  <a:pt x="45815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7150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79751" y="592455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Building a Data-Driven Educational Ecosystem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7719" y="350393"/>
            <a:ext cx="650127" cy="650127"/>
          </a:xfrm>
          <a:custGeom>
            <a:avLst/>
            <a:gdLst/>
            <a:ahLst/>
            <a:cxnLst/>
            <a:rect l="l" t="t" r="r" b="b"/>
            <a:pathLst>
              <a:path w="650127" h="650127">
                <a:moveTo>
                  <a:pt x="325064" y="0"/>
                </a:moveTo>
                <a:lnTo>
                  <a:pt x="325064" y="0"/>
                </a:lnTo>
                <a:cubicBezTo>
                  <a:pt x="504591" y="0"/>
                  <a:pt x="650127" y="145536"/>
                  <a:pt x="650127" y="325064"/>
                </a:cubicBezTo>
                <a:lnTo>
                  <a:pt x="650127" y="325064"/>
                </a:lnTo>
                <a:cubicBezTo>
                  <a:pt x="650127" y="504591"/>
                  <a:pt x="504591" y="650127"/>
                  <a:pt x="325064" y="650127"/>
                </a:cubicBezTo>
                <a:lnTo>
                  <a:pt x="325064" y="650127"/>
                </a:lnTo>
                <a:cubicBezTo>
                  <a:pt x="145536" y="650127"/>
                  <a:pt x="0" y="504591"/>
                  <a:pt x="0" y="325064"/>
                </a:cubicBezTo>
                <a:lnTo>
                  <a:pt x="0" y="325064"/>
                </a:lnTo>
                <a:cubicBezTo>
                  <a:pt x="0" y="145536"/>
                  <a:pt x="145536" y="0"/>
                  <a:pt x="325064" y="0"/>
                </a:cubicBez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441117" y="5675909"/>
            <a:ext cx="515036" cy="515036"/>
          </a:xfrm>
          <a:custGeom>
            <a:avLst/>
            <a:gdLst/>
            <a:ahLst/>
            <a:cxnLst/>
            <a:rect l="l" t="t" r="r" b="b"/>
            <a:pathLst>
              <a:path w="515036" h="515036">
                <a:moveTo>
                  <a:pt x="0" y="0"/>
                </a:moveTo>
                <a:lnTo>
                  <a:pt x="515036" y="0"/>
                </a:lnTo>
                <a:lnTo>
                  <a:pt x="515036" y="515036"/>
                </a:lnTo>
                <a:lnTo>
                  <a:pt x="0" y="51503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0">
            <a:off x="251429" y="1332160"/>
            <a:ext cx="312399" cy="312399"/>
          </a:xfrm>
          <a:custGeom>
            <a:avLst/>
            <a:gdLst/>
            <a:ahLst/>
            <a:cxnLst/>
            <a:rect l="l" t="t" r="r" b="b"/>
            <a:pathLst>
              <a:path w="312399" h="312399">
                <a:moveTo>
                  <a:pt x="0" y="0"/>
                </a:moveTo>
                <a:lnTo>
                  <a:pt x="312399" y="0"/>
                </a:lnTo>
                <a:lnTo>
                  <a:pt x="312399" y="312399"/>
                </a:lnTo>
                <a:lnTo>
                  <a:pt x="0" y="31239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4615" y="388388"/>
            <a:ext cx="506593" cy="506593"/>
          </a:xfrm>
          <a:custGeom>
            <a:avLst/>
            <a:gdLst/>
            <a:ahLst/>
            <a:cxnLst/>
            <a:rect l="l" t="t" r="r" b="b"/>
            <a:pathLst>
              <a:path w="506593" h="506593">
                <a:moveTo>
                  <a:pt x="0" y="0"/>
                </a:moveTo>
                <a:lnTo>
                  <a:pt x="506593" y="0"/>
                </a:lnTo>
                <a:lnTo>
                  <a:pt x="506593" y="506593"/>
                </a:lnTo>
                <a:lnTo>
                  <a:pt x="0" y="50659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3374" y="515036"/>
            <a:ext cx="253296" cy="253296"/>
          </a:xfrm>
          <a:custGeom>
            <a:avLst/>
            <a:gdLst/>
            <a:ahLst/>
            <a:cxnLst/>
            <a:rect l="l" t="t" r="r" b="b"/>
            <a:pathLst>
              <a:path w="253296" h="253296">
                <a:moveTo>
                  <a:pt x="115022" y="2573"/>
                </a:moveTo>
                <a:cubicBezTo>
                  <a:pt x="122394" y="-841"/>
                  <a:pt x="130903" y="-841"/>
                  <a:pt x="138274" y="2573"/>
                </a:cubicBezTo>
                <a:lnTo>
                  <a:pt x="246420" y="52539"/>
                </a:lnTo>
                <a:cubicBezTo>
                  <a:pt x="250625" y="54469"/>
                  <a:pt x="253296" y="58674"/>
                  <a:pt x="253296" y="63324"/>
                </a:cubicBezTo>
                <a:cubicBezTo>
                  <a:pt x="253296" y="67974"/>
                  <a:pt x="250625" y="72180"/>
                  <a:pt x="246420" y="74109"/>
                </a:cubicBezTo>
                <a:lnTo>
                  <a:pt x="138274" y="124076"/>
                </a:lnTo>
                <a:cubicBezTo>
                  <a:pt x="130903" y="127489"/>
                  <a:pt x="122394" y="127489"/>
                  <a:pt x="115022" y="124076"/>
                </a:cubicBezTo>
                <a:lnTo>
                  <a:pt x="6877" y="74109"/>
                </a:lnTo>
                <a:cubicBezTo>
                  <a:pt x="2671" y="72130"/>
                  <a:pt x="0" y="67925"/>
                  <a:pt x="0" y="63324"/>
                </a:cubicBezTo>
                <a:cubicBezTo>
                  <a:pt x="0" y="58723"/>
                  <a:pt x="2671" y="54469"/>
                  <a:pt x="6877" y="52539"/>
                </a:cubicBezTo>
                <a:lnTo>
                  <a:pt x="115022" y="2573"/>
                </a:lnTo>
                <a:close/>
                <a:moveTo>
                  <a:pt x="23796" y="108047"/>
                </a:moveTo>
                <a:lnTo>
                  <a:pt x="105078" y="145596"/>
                </a:lnTo>
                <a:cubicBezTo>
                  <a:pt x="118782" y="151928"/>
                  <a:pt x="134564" y="151928"/>
                  <a:pt x="148267" y="145596"/>
                </a:cubicBezTo>
                <a:lnTo>
                  <a:pt x="229550" y="108047"/>
                </a:lnTo>
                <a:lnTo>
                  <a:pt x="246420" y="115863"/>
                </a:lnTo>
                <a:cubicBezTo>
                  <a:pt x="250625" y="117793"/>
                  <a:pt x="253296" y="121998"/>
                  <a:pt x="253296" y="126648"/>
                </a:cubicBezTo>
                <a:cubicBezTo>
                  <a:pt x="253296" y="131299"/>
                  <a:pt x="250625" y="135504"/>
                  <a:pt x="246420" y="137433"/>
                </a:cubicBezTo>
                <a:lnTo>
                  <a:pt x="138274" y="187400"/>
                </a:lnTo>
                <a:cubicBezTo>
                  <a:pt x="130903" y="190813"/>
                  <a:pt x="122394" y="190813"/>
                  <a:pt x="115022" y="187400"/>
                </a:cubicBezTo>
                <a:lnTo>
                  <a:pt x="6877" y="137433"/>
                </a:lnTo>
                <a:cubicBezTo>
                  <a:pt x="2671" y="135454"/>
                  <a:pt x="0" y="131249"/>
                  <a:pt x="0" y="126648"/>
                </a:cubicBezTo>
                <a:cubicBezTo>
                  <a:pt x="0" y="122047"/>
                  <a:pt x="2671" y="117793"/>
                  <a:pt x="6877" y="115863"/>
                </a:cubicBezTo>
                <a:lnTo>
                  <a:pt x="23747" y="108047"/>
                </a:lnTo>
                <a:close/>
                <a:moveTo>
                  <a:pt x="6877" y="179187"/>
                </a:moveTo>
                <a:lnTo>
                  <a:pt x="23747" y="171371"/>
                </a:lnTo>
                <a:lnTo>
                  <a:pt x="105029" y="208920"/>
                </a:lnTo>
                <a:cubicBezTo>
                  <a:pt x="118733" y="215252"/>
                  <a:pt x="134514" y="215252"/>
                  <a:pt x="148218" y="208920"/>
                </a:cubicBezTo>
                <a:lnTo>
                  <a:pt x="229500" y="171371"/>
                </a:lnTo>
                <a:lnTo>
                  <a:pt x="246370" y="179187"/>
                </a:lnTo>
                <a:cubicBezTo>
                  <a:pt x="250575" y="181117"/>
                  <a:pt x="253247" y="185322"/>
                  <a:pt x="253247" y="189972"/>
                </a:cubicBezTo>
                <a:cubicBezTo>
                  <a:pt x="253247" y="194623"/>
                  <a:pt x="250575" y="198828"/>
                  <a:pt x="246370" y="200757"/>
                </a:cubicBezTo>
                <a:lnTo>
                  <a:pt x="138225" y="250724"/>
                </a:lnTo>
                <a:cubicBezTo>
                  <a:pt x="130853" y="254137"/>
                  <a:pt x="122344" y="254137"/>
                  <a:pt x="114973" y="250724"/>
                </a:cubicBezTo>
                <a:lnTo>
                  <a:pt x="6877" y="200757"/>
                </a:lnTo>
                <a:cubicBezTo>
                  <a:pt x="2671" y="198778"/>
                  <a:pt x="0" y="194573"/>
                  <a:pt x="0" y="189972"/>
                </a:cubicBezTo>
                <a:cubicBezTo>
                  <a:pt x="0" y="185371"/>
                  <a:pt x="2671" y="181117"/>
                  <a:pt x="6877" y="179187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3186" y="337729"/>
            <a:ext cx="4829518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kern="0" spc="53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3186" y="540366"/>
            <a:ext cx="4964609" cy="40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9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Types and Workloads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729" y="1080731"/>
            <a:ext cx="11516543" cy="67546"/>
          </a:xfrm>
          <a:custGeom>
            <a:avLst/>
            <a:gdLst/>
            <a:ahLst/>
            <a:cxnLst/>
            <a:rect l="l" t="t" r="r" b="b"/>
            <a:pathLst>
              <a:path w="11516543" h="67546">
                <a:moveTo>
                  <a:pt x="0" y="0"/>
                </a:moveTo>
                <a:lnTo>
                  <a:pt x="11516543" y="0"/>
                </a:lnTo>
                <a:lnTo>
                  <a:pt x="11516543" y="67546"/>
                </a:lnTo>
                <a:lnTo>
                  <a:pt x="0" y="6754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615" y="1367801"/>
            <a:ext cx="5589407" cy="3951424"/>
          </a:xfrm>
          <a:custGeom>
            <a:avLst/>
            <a:gdLst/>
            <a:ahLst/>
            <a:cxnLst/>
            <a:rect l="l" t="t" r="r" b="b"/>
            <a:pathLst>
              <a:path w="5589407" h="3951424">
                <a:moveTo>
                  <a:pt x="0" y="0"/>
                </a:moveTo>
                <a:lnTo>
                  <a:pt x="5589407" y="0"/>
                </a:lnTo>
                <a:lnTo>
                  <a:pt x="5589407" y="3951424"/>
                </a:lnTo>
                <a:lnTo>
                  <a:pt x="0" y="3951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6803" y="1599989"/>
            <a:ext cx="447490" cy="447490"/>
          </a:xfrm>
          <a:custGeom>
            <a:avLst/>
            <a:gdLst/>
            <a:ahLst/>
            <a:cxnLst/>
            <a:rect l="l" t="t" r="r" b="b"/>
            <a:pathLst>
              <a:path w="447490" h="447490">
                <a:moveTo>
                  <a:pt x="0" y="0"/>
                </a:moveTo>
                <a:lnTo>
                  <a:pt x="447490" y="0"/>
                </a:lnTo>
                <a:lnTo>
                  <a:pt x="447490" y="447490"/>
                </a:lnTo>
                <a:lnTo>
                  <a:pt x="0" y="44749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9230" y="1722416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112400" y="-515"/>
                </a:moveTo>
                <a:cubicBezTo>
                  <a:pt x="105553" y="-4472"/>
                  <a:pt x="97084" y="-4472"/>
                  <a:pt x="90237" y="-515"/>
                </a:cubicBezTo>
                <a:lnTo>
                  <a:pt x="56913" y="18720"/>
                </a:lnTo>
                <a:cubicBezTo>
                  <a:pt x="50066" y="22678"/>
                  <a:pt x="45831" y="30000"/>
                  <a:pt x="45831" y="37915"/>
                </a:cubicBezTo>
                <a:lnTo>
                  <a:pt x="45831" y="78245"/>
                </a:lnTo>
                <a:lnTo>
                  <a:pt x="10884" y="98429"/>
                </a:lnTo>
                <a:cubicBezTo>
                  <a:pt x="4037" y="102387"/>
                  <a:pt x="-198" y="109709"/>
                  <a:pt x="-198" y="117625"/>
                </a:cubicBezTo>
                <a:lnTo>
                  <a:pt x="-198" y="156133"/>
                </a:lnTo>
                <a:cubicBezTo>
                  <a:pt x="-198" y="164049"/>
                  <a:pt x="4037" y="171371"/>
                  <a:pt x="10884" y="175329"/>
                </a:cubicBezTo>
                <a:lnTo>
                  <a:pt x="44248" y="194563"/>
                </a:lnTo>
                <a:cubicBezTo>
                  <a:pt x="51095" y="198521"/>
                  <a:pt x="59564" y="198521"/>
                  <a:pt x="66411" y="194563"/>
                </a:cubicBezTo>
                <a:lnTo>
                  <a:pt x="101358" y="174379"/>
                </a:lnTo>
                <a:lnTo>
                  <a:pt x="136305" y="194563"/>
                </a:lnTo>
                <a:cubicBezTo>
                  <a:pt x="143152" y="198521"/>
                  <a:pt x="151622" y="198521"/>
                  <a:pt x="158469" y="194563"/>
                </a:cubicBezTo>
                <a:lnTo>
                  <a:pt x="191753" y="175329"/>
                </a:lnTo>
                <a:cubicBezTo>
                  <a:pt x="198600" y="171371"/>
                  <a:pt x="202835" y="164049"/>
                  <a:pt x="202835" y="156133"/>
                </a:cubicBezTo>
                <a:lnTo>
                  <a:pt x="202835" y="117625"/>
                </a:lnTo>
                <a:cubicBezTo>
                  <a:pt x="202835" y="109709"/>
                  <a:pt x="198600" y="102387"/>
                  <a:pt x="191753" y="98429"/>
                </a:cubicBezTo>
                <a:lnTo>
                  <a:pt x="156806" y="78245"/>
                </a:lnTo>
                <a:lnTo>
                  <a:pt x="156806" y="37915"/>
                </a:lnTo>
                <a:cubicBezTo>
                  <a:pt x="156806" y="30000"/>
                  <a:pt x="152572" y="22678"/>
                  <a:pt x="145725" y="18720"/>
                </a:cubicBezTo>
                <a:lnTo>
                  <a:pt x="112400" y="-515"/>
                </a:lnTo>
                <a:close/>
                <a:moveTo>
                  <a:pt x="91820" y="115804"/>
                </a:moveTo>
                <a:lnTo>
                  <a:pt x="91820" y="157954"/>
                </a:lnTo>
                <a:lnTo>
                  <a:pt x="56873" y="178139"/>
                </a:lnTo>
                <a:cubicBezTo>
                  <a:pt x="56398" y="178416"/>
                  <a:pt x="55844" y="178574"/>
                  <a:pt x="55290" y="178574"/>
                </a:cubicBezTo>
                <a:lnTo>
                  <a:pt x="55290" y="136899"/>
                </a:lnTo>
                <a:lnTo>
                  <a:pt x="91820" y="115804"/>
                </a:lnTo>
                <a:close/>
                <a:moveTo>
                  <a:pt x="183402" y="116041"/>
                </a:moveTo>
                <a:cubicBezTo>
                  <a:pt x="183679" y="116516"/>
                  <a:pt x="183838" y="117070"/>
                  <a:pt x="183838" y="117625"/>
                </a:cubicBezTo>
                <a:lnTo>
                  <a:pt x="183838" y="156133"/>
                </a:lnTo>
                <a:cubicBezTo>
                  <a:pt x="183838" y="157281"/>
                  <a:pt x="183244" y="158310"/>
                  <a:pt x="182255" y="158864"/>
                </a:cubicBezTo>
                <a:lnTo>
                  <a:pt x="148891" y="178099"/>
                </a:lnTo>
                <a:cubicBezTo>
                  <a:pt x="148416" y="178376"/>
                  <a:pt x="147862" y="178534"/>
                  <a:pt x="147308" y="178534"/>
                </a:cubicBezTo>
                <a:lnTo>
                  <a:pt x="147308" y="136859"/>
                </a:lnTo>
                <a:lnTo>
                  <a:pt x="183402" y="116041"/>
                </a:lnTo>
                <a:close/>
                <a:moveTo>
                  <a:pt x="137849" y="37915"/>
                </a:moveTo>
                <a:lnTo>
                  <a:pt x="137849" y="78245"/>
                </a:lnTo>
                <a:lnTo>
                  <a:pt x="101319" y="99340"/>
                </a:lnTo>
                <a:lnTo>
                  <a:pt x="101319" y="57190"/>
                </a:lnTo>
                <a:lnTo>
                  <a:pt x="137413" y="36372"/>
                </a:lnTo>
                <a:cubicBezTo>
                  <a:pt x="137690" y="36847"/>
                  <a:pt x="137849" y="37401"/>
                  <a:pt x="137849" y="379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8277" y="1688643"/>
            <a:ext cx="151133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Type Used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1025" y="2245895"/>
            <a:ext cx="5116587" cy="878094"/>
          </a:xfrm>
          <a:custGeom>
            <a:avLst/>
            <a:gdLst/>
            <a:ahLst/>
            <a:cxnLst/>
            <a:rect l="l" t="t" r="r" b="b"/>
            <a:pathLst>
              <a:path w="5116587" h="878094">
                <a:moveTo>
                  <a:pt x="0" y="0"/>
                </a:moveTo>
                <a:lnTo>
                  <a:pt x="5116587" y="0"/>
                </a:lnTo>
                <a:lnTo>
                  <a:pt x="5116587" y="878094"/>
                </a:lnTo>
                <a:lnTo>
                  <a:pt x="0" y="87809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6776" y="2431645"/>
            <a:ext cx="4829518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6776" y="2735601"/>
            <a:ext cx="481263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Relational database format with defined schemas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6803" y="3288632"/>
            <a:ext cx="5125030" cy="498150"/>
          </a:xfrm>
          <a:custGeom>
            <a:avLst/>
            <a:gdLst/>
            <a:ahLst/>
            <a:cxnLst/>
            <a:rect l="l" t="t" r="r" b="b"/>
            <a:pathLst>
              <a:path w="5125030" h="498150">
                <a:moveTo>
                  <a:pt x="0" y="0"/>
                </a:moveTo>
                <a:lnTo>
                  <a:pt x="5125030" y="0"/>
                </a:lnTo>
                <a:lnTo>
                  <a:pt x="5125030" y="498150"/>
                </a:lnTo>
                <a:lnTo>
                  <a:pt x="0" y="498150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9230" y="3411058"/>
            <a:ext cx="253296" cy="253296"/>
          </a:xfrm>
          <a:custGeom>
            <a:avLst/>
            <a:gdLst/>
            <a:ahLst/>
            <a:cxnLst/>
            <a:rect l="l" t="t" r="r" b="b"/>
            <a:pathLst>
              <a:path w="253296" h="253296">
                <a:moveTo>
                  <a:pt x="0" y="0"/>
                </a:moveTo>
                <a:lnTo>
                  <a:pt x="253296" y="0"/>
                </a:lnTo>
                <a:lnTo>
                  <a:pt x="253296" y="253296"/>
                </a:lnTo>
                <a:lnTo>
                  <a:pt x="0" y="25329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6274" y="3478604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51715" y="57256"/>
                </a:moveTo>
                <a:cubicBezTo>
                  <a:pt x="67005" y="57256"/>
                  <a:pt x="79419" y="44842"/>
                  <a:pt x="79419" y="29551"/>
                </a:cubicBezTo>
                <a:cubicBezTo>
                  <a:pt x="79419" y="14261"/>
                  <a:pt x="67005" y="1847"/>
                  <a:pt x="51715" y="1847"/>
                </a:cubicBezTo>
                <a:cubicBezTo>
                  <a:pt x="36424" y="1847"/>
                  <a:pt x="24010" y="14261"/>
                  <a:pt x="24010" y="29551"/>
                </a:cubicBezTo>
                <a:cubicBezTo>
                  <a:pt x="24010" y="44842"/>
                  <a:pt x="36424" y="57256"/>
                  <a:pt x="51715" y="57256"/>
                </a:cubicBezTo>
                <a:close/>
                <a:moveTo>
                  <a:pt x="44858" y="70184"/>
                </a:moveTo>
                <a:cubicBezTo>
                  <a:pt x="22117" y="70184"/>
                  <a:pt x="3694" y="88608"/>
                  <a:pt x="3694" y="111348"/>
                </a:cubicBezTo>
                <a:cubicBezTo>
                  <a:pt x="3694" y="115134"/>
                  <a:pt x="6764" y="118205"/>
                  <a:pt x="10551" y="118205"/>
                </a:cubicBezTo>
                <a:lnTo>
                  <a:pt x="92879" y="118205"/>
                </a:lnTo>
                <a:cubicBezTo>
                  <a:pt x="96665" y="118205"/>
                  <a:pt x="99735" y="115134"/>
                  <a:pt x="99735" y="111348"/>
                </a:cubicBezTo>
                <a:cubicBezTo>
                  <a:pt x="99735" y="88608"/>
                  <a:pt x="81312" y="70184"/>
                  <a:pt x="58571" y="70184"/>
                </a:cubicBezTo>
                <a:lnTo>
                  <a:pt x="44858" y="7018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2288" y="3436388"/>
            <a:ext cx="61635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6803" y="3913429"/>
            <a:ext cx="5125030" cy="498150"/>
          </a:xfrm>
          <a:custGeom>
            <a:avLst/>
            <a:gdLst/>
            <a:ahLst/>
            <a:cxnLst/>
            <a:rect l="l" t="t" r="r" b="b"/>
            <a:pathLst>
              <a:path w="5125030" h="498150">
                <a:moveTo>
                  <a:pt x="0" y="0"/>
                </a:moveTo>
                <a:lnTo>
                  <a:pt x="5125030" y="0"/>
                </a:lnTo>
                <a:lnTo>
                  <a:pt x="5125030" y="498150"/>
                </a:lnTo>
                <a:lnTo>
                  <a:pt x="0" y="498150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230" y="4035856"/>
            <a:ext cx="253296" cy="253296"/>
          </a:xfrm>
          <a:custGeom>
            <a:avLst/>
            <a:gdLst/>
            <a:ahLst/>
            <a:cxnLst/>
            <a:rect l="l" t="t" r="r" b="b"/>
            <a:pathLst>
              <a:path w="253296" h="253296">
                <a:moveTo>
                  <a:pt x="0" y="0"/>
                </a:moveTo>
                <a:lnTo>
                  <a:pt x="253296" y="0"/>
                </a:lnTo>
                <a:lnTo>
                  <a:pt x="253296" y="253296"/>
                </a:lnTo>
                <a:lnTo>
                  <a:pt x="0" y="2532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1499" y="4103402"/>
            <a:ext cx="132981" cy="118205"/>
          </a:xfrm>
          <a:custGeom>
            <a:avLst/>
            <a:gdLst/>
            <a:ahLst/>
            <a:cxnLst/>
            <a:rect l="l" t="t" r="r" b="b"/>
            <a:pathLst>
              <a:path w="132981" h="118205">
                <a:moveTo>
                  <a:pt x="11082" y="45204"/>
                </a:moveTo>
                <a:lnTo>
                  <a:pt x="59380" y="65082"/>
                </a:lnTo>
                <a:cubicBezTo>
                  <a:pt x="61642" y="66005"/>
                  <a:pt x="64043" y="66490"/>
                  <a:pt x="66490" y="66490"/>
                </a:cubicBezTo>
                <a:cubicBezTo>
                  <a:pt x="68938" y="66490"/>
                  <a:pt x="71339" y="66005"/>
                  <a:pt x="73601" y="65082"/>
                </a:cubicBezTo>
                <a:lnTo>
                  <a:pt x="129564" y="42041"/>
                </a:lnTo>
                <a:cubicBezTo>
                  <a:pt x="131642" y="41187"/>
                  <a:pt x="132981" y="39178"/>
                  <a:pt x="132981" y="36939"/>
                </a:cubicBezTo>
                <a:cubicBezTo>
                  <a:pt x="132981" y="34700"/>
                  <a:pt x="131642" y="32691"/>
                  <a:pt x="129564" y="31837"/>
                </a:cubicBezTo>
                <a:lnTo>
                  <a:pt x="73601" y="8796"/>
                </a:lnTo>
                <a:cubicBezTo>
                  <a:pt x="71339" y="7873"/>
                  <a:pt x="68938" y="7388"/>
                  <a:pt x="66490" y="7388"/>
                </a:cubicBezTo>
                <a:cubicBezTo>
                  <a:pt x="64043" y="7388"/>
                  <a:pt x="61642" y="7873"/>
                  <a:pt x="59380" y="8796"/>
                </a:cubicBezTo>
                <a:lnTo>
                  <a:pt x="3417" y="31837"/>
                </a:lnTo>
                <a:cubicBezTo>
                  <a:pt x="1339" y="32691"/>
                  <a:pt x="0" y="34700"/>
                  <a:pt x="0" y="36939"/>
                </a:cubicBezTo>
                <a:lnTo>
                  <a:pt x="0" y="105276"/>
                </a:lnTo>
                <a:cubicBezTo>
                  <a:pt x="0" y="108347"/>
                  <a:pt x="2470" y="110817"/>
                  <a:pt x="5541" y="110817"/>
                </a:cubicBezTo>
                <a:cubicBezTo>
                  <a:pt x="8611" y="110817"/>
                  <a:pt x="11082" y="108347"/>
                  <a:pt x="11082" y="105276"/>
                </a:cubicBezTo>
                <a:lnTo>
                  <a:pt x="11082" y="45204"/>
                </a:lnTo>
                <a:close/>
                <a:moveTo>
                  <a:pt x="22163" y="61757"/>
                </a:moveTo>
                <a:lnTo>
                  <a:pt x="22163" y="88654"/>
                </a:lnTo>
                <a:cubicBezTo>
                  <a:pt x="22163" y="100890"/>
                  <a:pt x="42018" y="110817"/>
                  <a:pt x="66490" y="110817"/>
                </a:cubicBezTo>
                <a:cubicBezTo>
                  <a:pt x="90962" y="110817"/>
                  <a:pt x="110817" y="100890"/>
                  <a:pt x="110817" y="88654"/>
                </a:cubicBezTo>
                <a:lnTo>
                  <a:pt x="110817" y="61734"/>
                </a:lnTo>
                <a:lnTo>
                  <a:pt x="77826" y="75333"/>
                </a:lnTo>
                <a:cubicBezTo>
                  <a:pt x="74224" y="76810"/>
                  <a:pt x="70392" y="77572"/>
                  <a:pt x="66490" y="77572"/>
                </a:cubicBezTo>
                <a:cubicBezTo>
                  <a:pt x="62589" y="77572"/>
                  <a:pt x="58756" y="76810"/>
                  <a:pt x="55155" y="75333"/>
                </a:cubicBezTo>
                <a:lnTo>
                  <a:pt x="22163" y="61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2288" y="4061186"/>
            <a:ext cx="439047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Marks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6803" y="4538227"/>
            <a:ext cx="5125030" cy="498150"/>
          </a:xfrm>
          <a:custGeom>
            <a:avLst/>
            <a:gdLst/>
            <a:ahLst/>
            <a:cxnLst/>
            <a:rect l="l" t="t" r="r" b="b"/>
            <a:pathLst>
              <a:path w="5125030" h="498150">
                <a:moveTo>
                  <a:pt x="0" y="0"/>
                </a:moveTo>
                <a:lnTo>
                  <a:pt x="5125030" y="0"/>
                </a:lnTo>
                <a:lnTo>
                  <a:pt x="5125030" y="498150"/>
                </a:lnTo>
                <a:lnTo>
                  <a:pt x="0" y="498150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230" y="4660654"/>
            <a:ext cx="253296" cy="253296"/>
          </a:xfrm>
          <a:custGeom>
            <a:avLst/>
            <a:gdLst/>
            <a:ahLst/>
            <a:cxnLst/>
            <a:rect l="l" t="t" r="r" b="b"/>
            <a:pathLst>
              <a:path w="253296" h="253296">
                <a:moveTo>
                  <a:pt x="0" y="0"/>
                </a:moveTo>
                <a:lnTo>
                  <a:pt x="253296" y="0"/>
                </a:lnTo>
                <a:lnTo>
                  <a:pt x="253296" y="253296"/>
                </a:lnTo>
                <a:lnTo>
                  <a:pt x="0" y="25329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6274" y="4728199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29551" y="0"/>
                </a:moveTo>
                <a:cubicBezTo>
                  <a:pt x="33638" y="0"/>
                  <a:pt x="36939" y="3301"/>
                  <a:pt x="36939" y="7388"/>
                </a:cubicBezTo>
                <a:lnTo>
                  <a:pt x="36939" y="14776"/>
                </a:lnTo>
                <a:lnTo>
                  <a:pt x="66490" y="14776"/>
                </a:lnTo>
                <a:lnTo>
                  <a:pt x="66490" y="7388"/>
                </a:lnTo>
                <a:cubicBezTo>
                  <a:pt x="66490" y="3301"/>
                  <a:pt x="69792" y="0"/>
                  <a:pt x="73878" y="0"/>
                </a:cubicBezTo>
                <a:cubicBezTo>
                  <a:pt x="77964" y="0"/>
                  <a:pt x="81266" y="3301"/>
                  <a:pt x="81266" y="7388"/>
                </a:cubicBezTo>
                <a:lnTo>
                  <a:pt x="81266" y="14776"/>
                </a:lnTo>
                <a:lnTo>
                  <a:pt x="88654" y="14776"/>
                </a:lnTo>
                <a:cubicBezTo>
                  <a:pt x="96803" y="14776"/>
                  <a:pt x="103429" y="21402"/>
                  <a:pt x="103429" y="29551"/>
                </a:cubicBezTo>
                <a:lnTo>
                  <a:pt x="103429" y="96042"/>
                </a:lnTo>
                <a:cubicBezTo>
                  <a:pt x="103429" y="104191"/>
                  <a:pt x="96803" y="110817"/>
                  <a:pt x="88654" y="110817"/>
                </a:cubicBezTo>
                <a:lnTo>
                  <a:pt x="14776" y="110817"/>
                </a:lnTo>
                <a:cubicBezTo>
                  <a:pt x="6626" y="110817"/>
                  <a:pt x="0" y="104191"/>
                  <a:pt x="0" y="96042"/>
                </a:cubicBezTo>
                <a:lnTo>
                  <a:pt x="0" y="29551"/>
                </a:lnTo>
                <a:cubicBezTo>
                  <a:pt x="0" y="21402"/>
                  <a:pt x="6626" y="14776"/>
                  <a:pt x="14776" y="14776"/>
                </a:cubicBezTo>
                <a:lnTo>
                  <a:pt x="22163" y="14776"/>
                </a:lnTo>
                <a:lnTo>
                  <a:pt x="22163" y="7388"/>
                </a:lnTo>
                <a:cubicBezTo>
                  <a:pt x="22163" y="3301"/>
                  <a:pt x="25465" y="0"/>
                  <a:pt x="29551" y="0"/>
                </a:cubicBezTo>
                <a:close/>
                <a:moveTo>
                  <a:pt x="71200" y="52800"/>
                </a:moveTo>
                <a:cubicBezTo>
                  <a:pt x="72816" y="50214"/>
                  <a:pt x="72031" y="46797"/>
                  <a:pt x="69445" y="45158"/>
                </a:cubicBezTo>
                <a:cubicBezTo>
                  <a:pt x="66860" y="43519"/>
                  <a:pt x="63443" y="44327"/>
                  <a:pt x="61804" y="46913"/>
                </a:cubicBezTo>
                <a:lnTo>
                  <a:pt x="47628" y="69607"/>
                </a:lnTo>
                <a:lnTo>
                  <a:pt x="41395" y="61296"/>
                </a:lnTo>
                <a:cubicBezTo>
                  <a:pt x="39548" y="58849"/>
                  <a:pt x="36085" y="58341"/>
                  <a:pt x="33638" y="60188"/>
                </a:cubicBezTo>
                <a:cubicBezTo>
                  <a:pt x="31190" y="62035"/>
                  <a:pt x="30683" y="65498"/>
                  <a:pt x="32529" y="67945"/>
                </a:cubicBezTo>
                <a:lnTo>
                  <a:pt x="43611" y="82720"/>
                </a:lnTo>
                <a:cubicBezTo>
                  <a:pt x="44696" y="84175"/>
                  <a:pt x="46451" y="85006"/>
                  <a:pt x="48275" y="84937"/>
                </a:cubicBezTo>
                <a:cubicBezTo>
                  <a:pt x="50099" y="84867"/>
                  <a:pt x="51761" y="83898"/>
                  <a:pt x="52731" y="82328"/>
                </a:cubicBezTo>
                <a:lnTo>
                  <a:pt x="71200" y="52777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72288" y="4685983"/>
            <a:ext cx="76833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6065" y="1367801"/>
            <a:ext cx="5589407" cy="1874393"/>
          </a:xfrm>
          <a:custGeom>
            <a:avLst/>
            <a:gdLst/>
            <a:ahLst/>
            <a:cxnLst/>
            <a:rect l="l" t="t" r="r" b="b"/>
            <a:pathLst>
              <a:path w="5589407" h="1874393">
                <a:moveTo>
                  <a:pt x="0" y="0"/>
                </a:moveTo>
                <a:lnTo>
                  <a:pt x="5589407" y="0"/>
                </a:lnTo>
                <a:lnTo>
                  <a:pt x="5589407" y="1874393"/>
                </a:lnTo>
                <a:lnTo>
                  <a:pt x="0" y="187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8253" y="1599989"/>
            <a:ext cx="447490" cy="447490"/>
          </a:xfrm>
          <a:custGeom>
            <a:avLst/>
            <a:gdLst/>
            <a:ahLst/>
            <a:cxnLst/>
            <a:rect l="l" t="t" r="r" b="b"/>
            <a:pathLst>
              <a:path w="447490" h="447490">
                <a:moveTo>
                  <a:pt x="0" y="0"/>
                </a:moveTo>
                <a:lnTo>
                  <a:pt x="447490" y="0"/>
                </a:lnTo>
                <a:lnTo>
                  <a:pt x="447490" y="447490"/>
                </a:lnTo>
                <a:lnTo>
                  <a:pt x="0" y="44749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00680" y="1722416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198917" y="59604"/>
                </a:moveTo>
                <a:lnTo>
                  <a:pt x="160922" y="97598"/>
                </a:lnTo>
                <a:cubicBezTo>
                  <a:pt x="157281" y="101239"/>
                  <a:pt x="151859" y="102308"/>
                  <a:pt x="147110" y="100329"/>
                </a:cubicBezTo>
                <a:cubicBezTo>
                  <a:pt x="142360" y="98350"/>
                  <a:pt x="139313" y="93759"/>
                  <a:pt x="139313" y="88654"/>
                </a:cubicBezTo>
                <a:lnTo>
                  <a:pt x="139313" y="63324"/>
                </a:lnTo>
                <a:lnTo>
                  <a:pt x="12665" y="63324"/>
                </a:lnTo>
                <a:cubicBezTo>
                  <a:pt x="5660" y="63324"/>
                  <a:pt x="0" y="57665"/>
                  <a:pt x="0" y="50659"/>
                </a:cubicBezTo>
                <a:cubicBezTo>
                  <a:pt x="0" y="43654"/>
                  <a:pt x="5660" y="37994"/>
                  <a:pt x="12665" y="37994"/>
                </a:cubicBezTo>
                <a:lnTo>
                  <a:pt x="139313" y="37994"/>
                </a:lnTo>
                <a:lnTo>
                  <a:pt x="139313" y="12665"/>
                </a:lnTo>
                <a:cubicBezTo>
                  <a:pt x="139313" y="7559"/>
                  <a:pt x="142400" y="2929"/>
                  <a:pt x="147149" y="950"/>
                </a:cubicBezTo>
                <a:cubicBezTo>
                  <a:pt x="151899" y="-1029"/>
                  <a:pt x="157321" y="79"/>
                  <a:pt x="160962" y="3681"/>
                </a:cubicBezTo>
                <a:lnTo>
                  <a:pt x="198956" y="41675"/>
                </a:lnTo>
                <a:cubicBezTo>
                  <a:pt x="203904" y="46622"/>
                  <a:pt x="203904" y="54657"/>
                  <a:pt x="198956" y="59604"/>
                </a:cubicBezTo>
                <a:close/>
                <a:moveTo>
                  <a:pt x="41675" y="198917"/>
                </a:moveTo>
                <a:lnTo>
                  <a:pt x="3681" y="160922"/>
                </a:lnTo>
                <a:cubicBezTo>
                  <a:pt x="-1266" y="155975"/>
                  <a:pt x="-1266" y="147941"/>
                  <a:pt x="3681" y="142994"/>
                </a:cubicBezTo>
                <a:lnTo>
                  <a:pt x="41675" y="104999"/>
                </a:lnTo>
                <a:cubicBezTo>
                  <a:pt x="45316" y="101358"/>
                  <a:pt x="50738" y="100290"/>
                  <a:pt x="55488" y="102268"/>
                </a:cubicBezTo>
                <a:cubicBezTo>
                  <a:pt x="60237" y="104247"/>
                  <a:pt x="63324" y="108878"/>
                  <a:pt x="63324" y="113983"/>
                </a:cubicBezTo>
                <a:lnTo>
                  <a:pt x="63324" y="139313"/>
                </a:lnTo>
                <a:lnTo>
                  <a:pt x="189972" y="139313"/>
                </a:lnTo>
                <a:cubicBezTo>
                  <a:pt x="196978" y="139313"/>
                  <a:pt x="202637" y="144973"/>
                  <a:pt x="202637" y="151978"/>
                </a:cubicBezTo>
                <a:cubicBezTo>
                  <a:pt x="202637" y="158983"/>
                  <a:pt x="196978" y="164643"/>
                  <a:pt x="189972" y="164643"/>
                </a:cubicBezTo>
                <a:lnTo>
                  <a:pt x="63324" y="164643"/>
                </a:lnTo>
                <a:lnTo>
                  <a:pt x="63324" y="189972"/>
                </a:lnTo>
                <a:cubicBezTo>
                  <a:pt x="63324" y="195078"/>
                  <a:pt x="60237" y="199708"/>
                  <a:pt x="55488" y="201687"/>
                </a:cubicBezTo>
                <a:cubicBezTo>
                  <a:pt x="50738" y="203666"/>
                  <a:pt x="45316" y="202558"/>
                  <a:pt x="41675" y="1989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39727" y="1688643"/>
            <a:ext cx="2229008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Transactional Workload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8253" y="2207900"/>
            <a:ext cx="5125030" cy="802105"/>
          </a:xfrm>
          <a:custGeom>
            <a:avLst/>
            <a:gdLst/>
            <a:ahLst/>
            <a:cxnLst/>
            <a:rect l="l" t="t" r="r" b="b"/>
            <a:pathLst>
              <a:path w="5125030" h="802105">
                <a:moveTo>
                  <a:pt x="0" y="0"/>
                </a:moveTo>
                <a:lnTo>
                  <a:pt x="5125030" y="0"/>
                </a:lnTo>
                <a:lnTo>
                  <a:pt x="5125030" y="802105"/>
                </a:lnTo>
                <a:lnTo>
                  <a:pt x="0" y="80210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6010" y="2355657"/>
            <a:ext cx="4905507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Purpose: Data Entry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6010" y="2659612"/>
            <a:ext cx="489706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Recording and updating student marks, attendance, and personal information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46065" y="3444831"/>
            <a:ext cx="5589407" cy="1874393"/>
          </a:xfrm>
          <a:custGeom>
            <a:avLst/>
            <a:gdLst/>
            <a:ahLst/>
            <a:cxnLst/>
            <a:rect l="l" t="t" r="r" b="b"/>
            <a:pathLst>
              <a:path w="5589407" h="1874393">
                <a:moveTo>
                  <a:pt x="0" y="0"/>
                </a:moveTo>
                <a:lnTo>
                  <a:pt x="5589407" y="0"/>
                </a:lnTo>
                <a:lnTo>
                  <a:pt x="5589407" y="1874393"/>
                </a:lnTo>
                <a:lnTo>
                  <a:pt x="0" y="187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78253" y="3677019"/>
            <a:ext cx="447490" cy="447490"/>
          </a:xfrm>
          <a:custGeom>
            <a:avLst/>
            <a:gdLst/>
            <a:ahLst/>
            <a:cxnLst/>
            <a:rect l="l" t="t" r="r" b="b"/>
            <a:pathLst>
              <a:path w="447490" h="447490">
                <a:moveTo>
                  <a:pt x="0" y="0"/>
                </a:moveTo>
                <a:lnTo>
                  <a:pt x="447490" y="0"/>
                </a:lnTo>
                <a:lnTo>
                  <a:pt x="447490" y="447490"/>
                </a:lnTo>
                <a:lnTo>
                  <a:pt x="0" y="44749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00680" y="3799446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25330" y="25330"/>
                </a:moveTo>
                <a:cubicBezTo>
                  <a:pt x="25330" y="18324"/>
                  <a:pt x="19670" y="12665"/>
                  <a:pt x="12665" y="12665"/>
                </a:cubicBezTo>
                <a:cubicBezTo>
                  <a:pt x="5660" y="12665"/>
                  <a:pt x="0" y="18324"/>
                  <a:pt x="0" y="25330"/>
                </a:cubicBezTo>
                <a:lnTo>
                  <a:pt x="0" y="158310"/>
                </a:lnTo>
                <a:cubicBezTo>
                  <a:pt x="0" y="175804"/>
                  <a:pt x="14169" y="189972"/>
                  <a:pt x="31662" y="189972"/>
                </a:cubicBezTo>
                <a:lnTo>
                  <a:pt x="189972" y="189972"/>
                </a:lnTo>
                <a:cubicBezTo>
                  <a:pt x="196978" y="189972"/>
                  <a:pt x="202637" y="184313"/>
                  <a:pt x="202637" y="177307"/>
                </a:cubicBezTo>
                <a:cubicBezTo>
                  <a:pt x="202637" y="170302"/>
                  <a:pt x="196978" y="164643"/>
                  <a:pt x="189972" y="164643"/>
                </a:cubicBezTo>
                <a:lnTo>
                  <a:pt x="31662" y="164643"/>
                </a:lnTo>
                <a:cubicBezTo>
                  <a:pt x="28179" y="164643"/>
                  <a:pt x="25330" y="161793"/>
                  <a:pt x="25330" y="158310"/>
                </a:cubicBezTo>
                <a:lnTo>
                  <a:pt x="25330" y="25330"/>
                </a:lnTo>
                <a:close/>
                <a:moveTo>
                  <a:pt x="186252" y="59604"/>
                </a:moveTo>
                <a:cubicBezTo>
                  <a:pt x="191199" y="54657"/>
                  <a:pt x="191199" y="46622"/>
                  <a:pt x="186252" y="41675"/>
                </a:cubicBezTo>
                <a:cubicBezTo>
                  <a:pt x="181305" y="36728"/>
                  <a:pt x="173271" y="36728"/>
                  <a:pt x="168323" y="41675"/>
                </a:cubicBezTo>
                <a:lnTo>
                  <a:pt x="126648" y="83390"/>
                </a:lnTo>
                <a:lnTo>
                  <a:pt x="103931" y="60712"/>
                </a:lnTo>
                <a:cubicBezTo>
                  <a:pt x="98983" y="55765"/>
                  <a:pt x="90949" y="55765"/>
                  <a:pt x="86002" y="60712"/>
                </a:cubicBezTo>
                <a:lnTo>
                  <a:pt x="48008" y="98706"/>
                </a:lnTo>
                <a:cubicBezTo>
                  <a:pt x="43060" y="103654"/>
                  <a:pt x="43060" y="111688"/>
                  <a:pt x="48008" y="116635"/>
                </a:cubicBezTo>
                <a:cubicBezTo>
                  <a:pt x="52955" y="121582"/>
                  <a:pt x="60989" y="121582"/>
                  <a:pt x="65936" y="116635"/>
                </a:cubicBezTo>
                <a:lnTo>
                  <a:pt x="94986" y="87585"/>
                </a:lnTo>
                <a:lnTo>
                  <a:pt x="117704" y="110303"/>
                </a:lnTo>
                <a:cubicBezTo>
                  <a:pt x="122651" y="115250"/>
                  <a:pt x="130685" y="115250"/>
                  <a:pt x="135632" y="110303"/>
                </a:cubicBezTo>
                <a:lnTo>
                  <a:pt x="186292" y="5964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39727" y="3765673"/>
            <a:ext cx="189128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Analytical Workload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8253" y="4284931"/>
            <a:ext cx="5125030" cy="802105"/>
          </a:xfrm>
          <a:custGeom>
            <a:avLst/>
            <a:gdLst/>
            <a:ahLst/>
            <a:cxnLst/>
            <a:rect l="l" t="t" r="r" b="b"/>
            <a:pathLst>
              <a:path w="5125030" h="802105">
                <a:moveTo>
                  <a:pt x="0" y="0"/>
                </a:moveTo>
                <a:lnTo>
                  <a:pt x="5125030" y="0"/>
                </a:lnTo>
                <a:lnTo>
                  <a:pt x="5125030" y="802105"/>
                </a:lnTo>
                <a:lnTo>
                  <a:pt x="0" y="80210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377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6010" y="4432687"/>
            <a:ext cx="4905507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Purpose: Analysis &amp; Reporting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6010" y="4736643"/>
            <a:ext cx="489706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Calculating averages, pass percentages, trends, and generating insights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54615" y="5555634"/>
            <a:ext cx="11482770" cy="540366"/>
          </a:xfrm>
          <a:custGeom>
            <a:avLst/>
            <a:gdLst/>
            <a:ahLst/>
            <a:cxnLst/>
            <a:rect l="l" t="t" r="r" b="b"/>
            <a:pathLst>
              <a:path w="11482770" h="540366">
                <a:moveTo>
                  <a:pt x="0" y="0"/>
                </a:moveTo>
                <a:lnTo>
                  <a:pt x="11482770" y="0"/>
                </a:lnTo>
                <a:lnTo>
                  <a:pt x="11482770" y="540366"/>
                </a:lnTo>
                <a:lnTo>
                  <a:pt x="0" y="54036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65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4377" y="5707612"/>
            <a:ext cx="11263247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Dual Workload Architecture: Transactional Input → Analytical Output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4663" y="314663"/>
            <a:ext cx="873541" cy="873541"/>
          </a:xfrm>
          <a:custGeom>
            <a:avLst/>
            <a:gdLst/>
            <a:ahLst/>
            <a:cxnLst/>
            <a:rect l="l" t="t" r="r" b="b"/>
            <a:pathLst>
              <a:path w="873541" h="873541">
                <a:moveTo>
                  <a:pt x="436770" y="0"/>
                </a:moveTo>
                <a:lnTo>
                  <a:pt x="436770" y="0"/>
                </a:lnTo>
                <a:cubicBezTo>
                  <a:pt x="677831" y="0"/>
                  <a:pt x="873541" y="195710"/>
                  <a:pt x="873541" y="436770"/>
                </a:cubicBezTo>
                <a:lnTo>
                  <a:pt x="873541" y="436770"/>
                </a:lnTo>
                <a:cubicBezTo>
                  <a:pt x="873541" y="677831"/>
                  <a:pt x="677831" y="873541"/>
                  <a:pt x="436770" y="873541"/>
                </a:cubicBezTo>
                <a:lnTo>
                  <a:pt x="436770" y="873541"/>
                </a:lnTo>
                <a:cubicBezTo>
                  <a:pt x="195710" y="873541"/>
                  <a:pt x="0" y="677831"/>
                  <a:pt x="0" y="436770"/>
                </a:cubicBezTo>
                <a:lnTo>
                  <a:pt x="0" y="436770"/>
                </a:lnTo>
                <a:cubicBezTo>
                  <a:pt x="0" y="195710"/>
                  <a:pt x="195710" y="0"/>
                  <a:pt x="436770" y="0"/>
                </a:cubicBez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10795458" y="5462410"/>
            <a:ext cx="572968" cy="572968"/>
          </a:xfrm>
          <a:custGeom>
            <a:avLst/>
            <a:gdLst/>
            <a:ahLst/>
            <a:cxnLst/>
            <a:rect l="l" t="t" r="r" b="b"/>
            <a:pathLst>
              <a:path w="572968" h="572968">
                <a:moveTo>
                  <a:pt x="0" y="0"/>
                </a:moveTo>
                <a:lnTo>
                  <a:pt x="572968" y="0"/>
                </a:lnTo>
                <a:lnTo>
                  <a:pt x="572968" y="572968"/>
                </a:lnTo>
                <a:lnTo>
                  <a:pt x="0" y="57296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11208865" y="1123006"/>
            <a:ext cx="422681" cy="422681"/>
          </a:xfrm>
          <a:custGeom>
            <a:avLst/>
            <a:gdLst/>
            <a:ahLst/>
            <a:cxnLst/>
            <a:rect l="l" t="t" r="r" b="b"/>
            <a:pathLst>
              <a:path w="422681" h="422681">
                <a:moveTo>
                  <a:pt x="0" y="0"/>
                </a:moveTo>
                <a:lnTo>
                  <a:pt x="422681" y="0"/>
                </a:lnTo>
                <a:lnTo>
                  <a:pt x="422681" y="422681"/>
                </a:lnTo>
                <a:lnTo>
                  <a:pt x="0" y="42268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757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4502" y="432074"/>
            <a:ext cx="563575" cy="563575"/>
          </a:xfrm>
          <a:custGeom>
            <a:avLst/>
            <a:gdLst/>
            <a:ahLst/>
            <a:cxnLst/>
            <a:rect l="l" t="t" r="r" b="b"/>
            <a:pathLst>
              <a:path w="563575" h="563575">
                <a:moveTo>
                  <a:pt x="0" y="0"/>
                </a:moveTo>
                <a:lnTo>
                  <a:pt x="563575" y="0"/>
                </a:lnTo>
                <a:lnTo>
                  <a:pt x="563575" y="563575"/>
                </a:lnTo>
                <a:lnTo>
                  <a:pt x="0" y="563575"/>
                </a:lnTo>
                <a:lnTo>
                  <a:pt x="0" y="0"/>
                </a:lnTo>
                <a:close/>
              </a:path>
            </a:pathLst>
          </a:custGeom>
          <a:solidFill>
            <a:srgbClr val="0089D6"/>
          </a:solidFill>
          <a:ln w="508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5356" y="572968"/>
            <a:ext cx="246564" cy="281787"/>
          </a:xfrm>
          <a:custGeom>
            <a:avLst/>
            <a:gdLst/>
            <a:ahLst/>
            <a:cxnLst/>
            <a:rect l="l" t="t" r="r" b="b"/>
            <a:pathLst>
              <a:path w="246564" h="281787">
                <a:moveTo>
                  <a:pt x="0" y="17612"/>
                </a:moveTo>
                <a:lnTo>
                  <a:pt x="118109" y="17612"/>
                </a:lnTo>
                <a:lnTo>
                  <a:pt x="118109" y="135720"/>
                </a:lnTo>
                <a:lnTo>
                  <a:pt x="0" y="135720"/>
                </a:lnTo>
                <a:lnTo>
                  <a:pt x="0" y="17612"/>
                </a:lnTo>
                <a:close/>
                <a:moveTo>
                  <a:pt x="128455" y="17612"/>
                </a:moveTo>
                <a:lnTo>
                  <a:pt x="246564" y="17612"/>
                </a:lnTo>
                <a:lnTo>
                  <a:pt x="246564" y="135720"/>
                </a:lnTo>
                <a:lnTo>
                  <a:pt x="128455" y="135720"/>
                </a:lnTo>
                <a:lnTo>
                  <a:pt x="128455" y="17612"/>
                </a:lnTo>
                <a:close/>
                <a:moveTo>
                  <a:pt x="0" y="146067"/>
                </a:moveTo>
                <a:lnTo>
                  <a:pt x="118109" y="146067"/>
                </a:lnTo>
                <a:lnTo>
                  <a:pt x="118109" y="264176"/>
                </a:lnTo>
                <a:lnTo>
                  <a:pt x="0" y="264176"/>
                </a:lnTo>
                <a:lnTo>
                  <a:pt x="0" y="146067"/>
                </a:lnTo>
                <a:close/>
                <a:moveTo>
                  <a:pt x="128455" y="146067"/>
                </a:moveTo>
                <a:lnTo>
                  <a:pt x="246564" y="146067"/>
                </a:lnTo>
                <a:lnTo>
                  <a:pt x="246564" y="264176"/>
                </a:lnTo>
                <a:lnTo>
                  <a:pt x="128455" y="264176"/>
                </a:lnTo>
                <a:lnTo>
                  <a:pt x="128455" y="14606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7149" y="375716"/>
            <a:ext cx="521306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kern="0" spc="59" dirty="0">
                <a:solidFill>
                  <a:srgbClr val="0089D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149" y="601146"/>
            <a:ext cx="5363353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Data Services 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5716" y="1202293"/>
            <a:ext cx="11440567" cy="75143"/>
          </a:xfrm>
          <a:custGeom>
            <a:avLst/>
            <a:gdLst/>
            <a:ahLst/>
            <a:cxnLst/>
            <a:rect l="l" t="t" r="r" b="b"/>
            <a:pathLst>
              <a:path w="11440567" h="75143">
                <a:moveTo>
                  <a:pt x="0" y="0"/>
                </a:moveTo>
                <a:lnTo>
                  <a:pt x="11440567" y="0"/>
                </a:lnTo>
                <a:lnTo>
                  <a:pt x="11440567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4502" y="1521652"/>
            <a:ext cx="11402995" cy="1859797"/>
          </a:xfrm>
          <a:custGeom>
            <a:avLst/>
            <a:gdLst/>
            <a:ahLst/>
            <a:cxnLst/>
            <a:rect l="l" t="t" r="r" b="b"/>
            <a:pathLst>
              <a:path w="11402995" h="1859797">
                <a:moveTo>
                  <a:pt x="0" y="0"/>
                </a:moveTo>
                <a:lnTo>
                  <a:pt x="11402995" y="0"/>
                </a:lnTo>
                <a:lnTo>
                  <a:pt x="11402995" y="1859797"/>
                </a:lnTo>
                <a:lnTo>
                  <a:pt x="0" y="1859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7504" y="1784653"/>
            <a:ext cx="864148" cy="864148"/>
          </a:xfrm>
          <a:custGeom>
            <a:avLst/>
            <a:gdLst/>
            <a:ahLst/>
            <a:cxnLst/>
            <a:rect l="l" t="t" r="r" b="b"/>
            <a:pathLst>
              <a:path w="864148" h="864148">
                <a:moveTo>
                  <a:pt x="0" y="0"/>
                </a:moveTo>
                <a:lnTo>
                  <a:pt x="864148" y="0"/>
                </a:lnTo>
                <a:lnTo>
                  <a:pt x="864148" y="864148"/>
                </a:lnTo>
                <a:lnTo>
                  <a:pt x="0" y="864148"/>
                </a:lnTo>
                <a:lnTo>
                  <a:pt x="0" y="0"/>
                </a:lnTo>
                <a:close/>
              </a:path>
            </a:pathLst>
          </a:custGeom>
          <a:solidFill>
            <a:srgbClr val="0089D6"/>
          </a:solidFill>
          <a:ln w="508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2327" y="1991297"/>
            <a:ext cx="394502" cy="450860"/>
          </a:xfrm>
          <a:custGeom>
            <a:avLst/>
            <a:gdLst/>
            <a:ahLst/>
            <a:cxnLst/>
            <a:rect l="l" t="t" r="r" b="b"/>
            <a:pathLst>
              <a:path w="394502" h="450860">
                <a:moveTo>
                  <a:pt x="394502" y="181224"/>
                </a:moveTo>
                <a:cubicBezTo>
                  <a:pt x="381470" y="189854"/>
                  <a:pt x="366500" y="196811"/>
                  <a:pt x="350913" y="202359"/>
                </a:cubicBezTo>
                <a:cubicBezTo>
                  <a:pt x="309526" y="217152"/>
                  <a:pt x="255194" y="225430"/>
                  <a:pt x="197251" y="225430"/>
                </a:cubicBezTo>
                <a:cubicBezTo>
                  <a:pt x="139309" y="225430"/>
                  <a:pt x="84888" y="217064"/>
                  <a:pt x="43589" y="202359"/>
                </a:cubicBezTo>
                <a:cubicBezTo>
                  <a:pt x="28091" y="196811"/>
                  <a:pt x="13033" y="189854"/>
                  <a:pt x="0" y="181224"/>
                </a:cubicBezTo>
                <a:lnTo>
                  <a:pt x="0" y="253609"/>
                </a:lnTo>
                <a:cubicBezTo>
                  <a:pt x="0" y="292531"/>
                  <a:pt x="88323" y="324055"/>
                  <a:pt x="197251" y="324055"/>
                </a:cubicBezTo>
                <a:cubicBezTo>
                  <a:pt x="306180" y="324055"/>
                  <a:pt x="394502" y="292531"/>
                  <a:pt x="394502" y="253609"/>
                </a:cubicBezTo>
                <a:lnTo>
                  <a:pt x="394502" y="181224"/>
                </a:lnTo>
                <a:close/>
                <a:moveTo>
                  <a:pt x="394502" y="112715"/>
                </a:moveTo>
                <a:lnTo>
                  <a:pt x="394502" y="70447"/>
                </a:lnTo>
                <a:cubicBezTo>
                  <a:pt x="394502" y="31525"/>
                  <a:pt x="306180" y="0"/>
                  <a:pt x="197251" y="0"/>
                </a:cubicBezTo>
                <a:cubicBezTo>
                  <a:pt x="88323" y="0"/>
                  <a:pt x="0" y="31525"/>
                  <a:pt x="0" y="70447"/>
                </a:cubicBezTo>
                <a:lnTo>
                  <a:pt x="0" y="112715"/>
                </a:lnTo>
                <a:cubicBezTo>
                  <a:pt x="0" y="151637"/>
                  <a:pt x="88323" y="183162"/>
                  <a:pt x="197251" y="183162"/>
                </a:cubicBezTo>
                <a:cubicBezTo>
                  <a:pt x="306180" y="183162"/>
                  <a:pt x="394502" y="151637"/>
                  <a:pt x="394502" y="112715"/>
                </a:cubicBezTo>
                <a:close/>
                <a:moveTo>
                  <a:pt x="350913" y="343252"/>
                </a:moveTo>
                <a:cubicBezTo>
                  <a:pt x="309614" y="357958"/>
                  <a:pt x="255282" y="366324"/>
                  <a:pt x="197251" y="366324"/>
                </a:cubicBezTo>
                <a:cubicBezTo>
                  <a:pt x="139221" y="366324"/>
                  <a:pt x="84888" y="357958"/>
                  <a:pt x="43589" y="343252"/>
                </a:cubicBezTo>
                <a:cubicBezTo>
                  <a:pt x="28091" y="337705"/>
                  <a:pt x="13033" y="330748"/>
                  <a:pt x="0" y="322118"/>
                </a:cubicBezTo>
                <a:lnTo>
                  <a:pt x="0" y="380413"/>
                </a:lnTo>
                <a:cubicBezTo>
                  <a:pt x="0" y="419335"/>
                  <a:pt x="88323" y="450860"/>
                  <a:pt x="197251" y="450860"/>
                </a:cubicBezTo>
                <a:cubicBezTo>
                  <a:pt x="306180" y="450860"/>
                  <a:pt x="394502" y="419335"/>
                  <a:pt x="394502" y="380413"/>
                </a:cubicBezTo>
                <a:lnTo>
                  <a:pt x="394502" y="322118"/>
                </a:lnTo>
                <a:cubicBezTo>
                  <a:pt x="381470" y="330748"/>
                  <a:pt x="366500" y="337705"/>
                  <a:pt x="350913" y="34325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65867" y="1765867"/>
            <a:ext cx="9928308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SQL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79957" y="2230817"/>
            <a:ext cx="4790385" cy="892327"/>
          </a:xfrm>
          <a:custGeom>
            <a:avLst/>
            <a:gdLst/>
            <a:ahLst/>
            <a:cxnLst/>
            <a:rect l="l" t="t" r="r" b="b"/>
            <a:pathLst>
              <a:path w="4790385" h="892327">
                <a:moveTo>
                  <a:pt x="0" y="0"/>
                </a:moveTo>
                <a:lnTo>
                  <a:pt x="4790385" y="0"/>
                </a:lnTo>
                <a:lnTo>
                  <a:pt x="4790385" y="892327"/>
                </a:lnTo>
                <a:lnTo>
                  <a:pt x="0" y="892327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67815" y="2432764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54299" y="2395193"/>
            <a:ext cx="107079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44333" y="2733337"/>
            <a:ext cx="453677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Stores </a:t>
            </a: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structured student data</a:t>
            </a:r>
            <a:r>
              <a:rPr lang="en-US" sz="118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in a secure cloud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47707" y="2230817"/>
            <a:ext cx="4790385" cy="892327"/>
          </a:xfrm>
          <a:custGeom>
            <a:avLst/>
            <a:gdLst/>
            <a:ahLst/>
            <a:cxnLst/>
            <a:rect l="l" t="t" r="r" b="b"/>
            <a:pathLst>
              <a:path w="4790385" h="892327">
                <a:moveTo>
                  <a:pt x="0" y="0"/>
                </a:moveTo>
                <a:lnTo>
                  <a:pt x="4790385" y="0"/>
                </a:lnTo>
                <a:lnTo>
                  <a:pt x="4790385" y="892327"/>
                </a:lnTo>
                <a:lnTo>
                  <a:pt x="0" y="892327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35565" y="2432764"/>
            <a:ext cx="187858" cy="187858"/>
          </a:xfrm>
          <a:custGeom>
            <a:avLst/>
            <a:gdLst/>
            <a:ahLst/>
            <a:cxnLst/>
            <a:rect l="l" t="t" r="r" b="b"/>
            <a:pathLst>
              <a:path w="187858" h="187858">
                <a:moveTo>
                  <a:pt x="93929" y="187858"/>
                </a:moveTo>
                <a:cubicBezTo>
                  <a:pt x="145770" y="187858"/>
                  <a:pt x="187858" y="145770"/>
                  <a:pt x="187858" y="93929"/>
                </a:cubicBezTo>
                <a:cubicBezTo>
                  <a:pt x="187858" y="42088"/>
                  <a:pt x="145770" y="0"/>
                  <a:pt x="93929" y="0"/>
                </a:cubicBezTo>
                <a:cubicBezTo>
                  <a:pt x="42088" y="0"/>
                  <a:pt x="0" y="42088"/>
                  <a:pt x="0" y="93929"/>
                </a:cubicBezTo>
                <a:cubicBezTo>
                  <a:pt x="0" y="145770"/>
                  <a:pt x="42088" y="187858"/>
                  <a:pt x="93929" y="187858"/>
                </a:cubicBezTo>
                <a:close/>
                <a:moveTo>
                  <a:pt x="124896" y="78042"/>
                </a:moveTo>
                <a:lnTo>
                  <a:pt x="95544" y="125006"/>
                </a:lnTo>
                <a:cubicBezTo>
                  <a:pt x="94003" y="127465"/>
                  <a:pt x="91361" y="129006"/>
                  <a:pt x="88462" y="129153"/>
                </a:cubicBezTo>
                <a:cubicBezTo>
                  <a:pt x="85564" y="129299"/>
                  <a:pt x="82775" y="127978"/>
                  <a:pt x="81051" y="125630"/>
                </a:cubicBezTo>
                <a:lnTo>
                  <a:pt x="63439" y="102148"/>
                </a:lnTo>
                <a:cubicBezTo>
                  <a:pt x="60504" y="98259"/>
                  <a:pt x="61311" y="92755"/>
                  <a:pt x="65200" y="89820"/>
                </a:cubicBezTo>
                <a:cubicBezTo>
                  <a:pt x="69089" y="86884"/>
                  <a:pt x="74593" y="87692"/>
                  <a:pt x="77528" y="91581"/>
                </a:cubicBezTo>
                <a:lnTo>
                  <a:pt x="87435" y="104790"/>
                </a:lnTo>
                <a:lnTo>
                  <a:pt x="109963" y="68722"/>
                </a:lnTo>
                <a:cubicBezTo>
                  <a:pt x="112531" y="64613"/>
                  <a:pt x="117962" y="63329"/>
                  <a:pt x="122108" y="65934"/>
                </a:cubicBezTo>
                <a:cubicBezTo>
                  <a:pt x="126254" y="68539"/>
                  <a:pt x="127501" y="73932"/>
                  <a:pt x="124896" y="78079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2049" y="2395193"/>
            <a:ext cx="1493473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Relational Support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12083" y="2733337"/>
            <a:ext cx="453677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Supports </a:t>
            </a: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relational concepts</a:t>
            </a:r>
            <a:r>
              <a:rPr lang="en-US" sz="118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like tables, keys, and relationships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4502" y="3606878"/>
            <a:ext cx="11402995" cy="2104012"/>
          </a:xfrm>
          <a:custGeom>
            <a:avLst/>
            <a:gdLst/>
            <a:ahLst/>
            <a:cxnLst/>
            <a:rect l="l" t="t" r="r" b="b"/>
            <a:pathLst>
              <a:path w="11402995" h="2104012">
                <a:moveTo>
                  <a:pt x="0" y="0"/>
                </a:moveTo>
                <a:lnTo>
                  <a:pt x="11402995" y="0"/>
                </a:lnTo>
                <a:lnTo>
                  <a:pt x="11402995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  <a:solidFill>
            <a:srgbClr val="0089D6"/>
          </a:solidFill>
          <a:ln w="508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9852" y="3851094"/>
            <a:ext cx="380413" cy="338145"/>
          </a:xfrm>
          <a:custGeom>
            <a:avLst/>
            <a:gdLst/>
            <a:ahLst/>
            <a:cxnLst/>
            <a:rect l="l" t="t" r="r" b="b"/>
            <a:pathLst>
              <a:path w="380413" h="338145">
                <a:moveTo>
                  <a:pt x="0" y="221908"/>
                </a:moveTo>
                <a:cubicBezTo>
                  <a:pt x="0" y="274412"/>
                  <a:pt x="42598" y="317011"/>
                  <a:pt x="95103" y="317011"/>
                </a:cubicBezTo>
                <a:lnTo>
                  <a:pt x="295877" y="317011"/>
                </a:lnTo>
                <a:cubicBezTo>
                  <a:pt x="342570" y="317011"/>
                  <a:pt x="380413" y="279168"/>
                  <a:pt x="380413" y="232475"/>
                </a:cubicBezTo>
                <a:cubicBezTo>
                  <a:pt x="380413" y="198396"/>
                  <a:pt x="360270" y="169006"/>
                  <a:pt x="331210" y="155666"/>
                </a:cubicBezTo>
                <a:cubicBezTo>
                  <a:pt x="335635" y="147014"/>
                  <a:pt x="338145" y="137173"/>
                  <a:pt x="338145" y="126804"/>
                </a:cubicBezTo>
                <a:cubicBezTo>
                  <a:pt x="338145" y="91801"/>
                  <a:pt x="309746" y="63402"/>
                  <a:pt x="274743" y="63402"/>
                </a:cubicBezTo>
                <a:cubicBezTo>
                  <a:pt x="263053" y="63402"/>
                  <a:pt x="252156" y="66572"/>
                  <a:pt x="242777" y="72054"/>
                </a:cubicBezTo>
                <a:cubicBezTo>
                  <a:pt x="226861" y="41806"/>
                  <a:pt x="195094" y="21134"/>
                  <a:pt x="158505" y="21134"/>
                </a:cubicBezTo>
                <a:cubicBezTo>
                  <a:pt x="106000" y="21134"/>
                  <a:pt x="63402" y="63732"/>
                  <a:pt x="63402" y="116237"/>
                </a:cubicBezTo>
                <a:cubicBezTo>
                  <a:pt x="63402" y="121521"/>
                  <a:pt x="63864" y="126738"/>
                  <a:pt x="64657" y="131758"/>
                </a:cubicBezTo>
                <a:cubicBezTo>
                  <a:pt x="27078" y="144438"/>
                  <a:pt x="0" y="180036"/>
                  <a:pt x="0" y="2219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11686" y="3869880"/>
            <a:ext cx="3118447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Cloud Platform Benefits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2807" y="4353615"/>
            <a:ext cx="2583051" cy="1098971"/>
          </a:xfrm>
          <a:custGeom>
            <a:avLst/>
            <a:gdLst/>
            <a:ahLst/>
            <a:cxnLst/>
            <a:rect l="l" t="t" r="r" b="b"/>
            <a:pathLst>
              <a:path w="2583051" h="1098971">
                <a:moveTo>
                  <a:pt x="0" y="0"/>
                </a:moveTo>
                <a:lnTo>
                  <a:pt x="2583051" y="0"/>
                </a:lnTo>
                <a:lnTo>
                  <a:pt x="2583051" y="1098971"/>
                </a:lnTo>
                <a:lnTo>
                  <a:pt x="0" y="1098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757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07842" y="4517991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140894" y="0"/>
                </a:moveTo>
                <a:cubicBezTo>
                  <a:pt x="143425" y="0"/>
                  <a:pt x="145957" y="550"/>
                  <a:pt x="148269" y="1596"/>
                </a:cubicBezTo>
                <a:lnTo>
                  <a:pt x="251958" y="45570"/>
                </a:lnTo>
                <a:cubicBezTo>
                  <a:pt x="264066" y="50689"/>
                  <a:pt x="273092" y="62632"/>
                  <a:pt x="273037" y="77051"/>
                </a:cubicBezTo>
                <a:cubicBezTo>
                  <a:pt x="272761" y="131648"/>
                  <a:pt x="250306" y="231539"/>
                  <a:pt x="155478" y="276944"/>
                </a:cubicBezTo>
                <a:cubicBezTo>
                  <a:pt x="146287" y="281347"/>
                  <a:pt x="135610" y="281347"/>
                  <a:pt x="126419" y="276944"/>
                </a:cubicBezTo>
                <a:cubicBezTo>
                  <a:pt x="31536" y="231539"/>
                  <a:pt x="9136" y="131648"/>
                  <a:pt x="8861" y="77051"/>
                </a:cubicBezTo>
                <a:cubicBezTo>
                  <a:pt x="8806" y="62632"/>
                  <a:pt x="17832" y="50689"/>
                  <a:pt x="29940" y="45570"/>
                </a:cubicBezTo>
                <a:lnTo>
                  <a:pt x="133574" y="1596"/>
                </a:lnTo>
                <a:cubicBezTo>
                  <a:pt x="135885" y="550"/>
                  <a:pt x="138362" y="0"/>
                  <a:pt x="140894" y="0"/>
                </a:cubicBezTo>
                <a:close/>
                <a:moveTo>
                  <a:pt x="140894" y="36764"/>
                </a:moveTo>
                <a:lnTo>
                  <a:pt x="140894" y="244858"/>
                </a:lnTo>
                <a:cubicBezTo>
                  <a:pt x="216844" y="208093"/>
                  <a:pt x="237263" y="126639"/>
                  <a:pt x="237758" y="77877"/>
                </a:cubicBezTo>
                <a:lnTo>
                  <a:pt x="140894" y="36819"/>
                </a:lnTo>
                <a:lnTo>
                  <a:pt x="140894" y="36819"/>
                </a:ln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9612" y="4874921"/>
            <a:ext cx="232944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Secure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4308" y="5100351"/>
            <a:ext cx="232004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18433" y="4353615"/>
            <a:ext cx="2583051" cy="1098971"/>
          </a:xfrm>
          <a:custGeom>
            <a:avLst/>
            <a:gdLst/>
            <a:ahLst/>
            <a:cxnLst/>
            <a:rect l="l" t="t" r="r" b="b"/>
            <a:pathLst>
              <a:path w="2583051" h="1098971">
                <a:moveTo>
                  <a:pt x="0" y="0"/>
                </a:moveTo>
                <a:lnTo>
                  <a:pt x="2583051" y="0"/>
                </a:lnTo>
                <a:lnTo>
                  <a:pt x="2583051" y="1098971"/>
                </a:lnTo>
                <a:lnTo>
                  <a:pt x="0" y="1098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757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91079" y="4517991"/>
            <a:ext cx="246564" cy="281787"/>
          </a:xfrm>
          <a:custGeom>
            <a:avLst/>
            <a:gdLst/>
            <a:ahLst/>
            <a:cxnLst/>
            <a:rect l="l" t="t" r="r" b="b"/>
            <a:pathLst>
              <a:path w="246564" h="281787">
                <a:moveTo>
                  <a:pt x="92461" y="17612"/>
                </a:moveTo>
                <a:lnTo>
                  <a:pt x="13209" y="17612"/>
                </a:lnTo>
                <a:cubicBezTo>
                  <a:pt x="5889" y="17612"/>
                  <a:pt x="0" y="23501"/>
                  <a:pt x="0" y="30820"/>
                </a:cubicBezTo>
                <a:lnTo>
                  <a:pt x="0" y="110073"/>
                </a:lnTo>
                <a:cubicBezTo>
                  <a:pt x="0" y="115412"/>
                  <a:pt x="3192" y="120255"/>
                  <a:pt x="8145" y="122291"/>
                </a:cubicBezTo>
                <a:cubicBezTo>
                  <a:pt x="13099" y="124328"/>
                  <a:pt x="18767" y="123172"/>
                  <a:pt x="22565" y="119429"/>
                </a:cubicBezTo>
                <a:lnTo>
                  <a:pt x="44580" y="97415"/>
                </a:lnTo>
                <a:lnTo>
                  <a:pt x="88059" y="140894"/>
                </a:lnTo>
                <a:lnTo>
                  <a:pt x="44580" y="184373"/>
                </a:lnTo>
                <a:lnTo>
                  <a:pt x="22565" y="162358"/>
                </a:lnTo>
                <a:cubicBezTo>
                  <a:pt x="18767" y="158560"/>
                  <a:pt x="13099" y="157460"/>
                  <a:pt x="8145" y="159496"/>
                </a:cubicBezTo>
                <a:cubicBezTo>
                  <a:pt x="3192" y="161532"/>
                  <a:pt x="0" y="166376"/>
                  <a:pt x="0" y="171714"/>
                </a:cubicBezTo>
                <a:lnTo>
                  <a:pt x="0" y="250967"/>
                </a:lnTo>
                <a:cubicBezTo>
                  <a:pt x="0" y="258287"/>
                  <a:pt x="5889" y="264176"/>
                  <a:pt x="13209" y="264176"/>
                </a:cubicBezTo>
                <a:lnTo>
                  <a:pt x="92461" y="264176"/>
                </a:lnTo>
                <a:cubicBezTo>
                  <a:pt x="97800" y="264176"/>
                  <a:pt x="102643" y="260984"/>
                  <a:pt x="104680" y="256030"/>
                </a:cubicBezTo>
                <a:cubicBezTo>
                  <a:pt x="106716" y="251077"/>
                  <a:pt x="105615" y="245408"/>
                  <a:pt x="101818" y="241611"/>
                </a:cubicBezTo>
                <a:lnTo>
                  <a:pt x="79803" y="219596"/>
                </a:lnTo>
                <a:lnTo>
                  <a:pt x="123282" y="176117"/>
                </a:lnTo>
                <a:lnTo>
                  <a:pt x="166761" y="219596"/>
                </a:lnTo>
                <a:lnTo>
                  <a:pt x="144746" y="241611"/>
                </a:lnTo>
                <a:cubicBezTo>
                  <a:pt x="140949" y="245408"/>
                  <a:pt x="139848" y="251077"/>
                  <a:pt x="141884" y="256030"/>
                </a:cubicBezTo>
                <a:cubicBezTo>
                  <a:pt x="143921" y="260984"/>
                  <a:pt x="148764" y="264176"/>
                  <a:pt x="154102" y="264176"/>
                </a:cubicBezTo>
                <a:lnTo>
                  <a:pt x="233355" y="264176"/>
                </a:lnTo>
                <a:cubicBezTo>
                  <a:pt x="240675" y="264176"/>
                  <a:pt x="246564" y="258287"/>
                  <a:pt x="246564" y="250967"/>
                </a:cubicBezTo>
                <a:lnTo>
                  <a:pt x="246564" y="171714"/>
                </a:lnTo>
                <a:cubicBezTo>
                  <a:pt x="246564" y="166376"/>
                  <a:pt x="243372" y="161532"/>
                  <a:pt x="238419" y="159496"/>
                </a:cubicBezTo>
                <a:cubicBezTo>
                  <a:pt x="233465" y="157460"/>
                  <a:pt x="227796" y="158560"/>
                  <a:pt x="223999" y="162358"/>
                </a:cubicBezTo>
                <a:lnTo>
                  <a:pt x="201984" y="184373"/>
                </a:lnTo>
                <a:lnTo>
                  <a:pt x="158505" y="140894"/>
                </a:lnTo>
                <a:lnTo>
                  <a:pt x="201984" y="97415"/>
                </a:lnTo>
                <a:lnTo>
                  <a:pt x="223999" y="119429"/>
                </a:lnTo>
                <a:cubicBezTo>
                  <a:pt x="227796" y="123227"/>
                  <a:pt x="233465" y="124328"/>
                  <a:pt x="238419" y="122291"/>
                </a:cubicBezTo>
                <a:cubicBezTo>
                  <a:pt x="243372" y="120255"/>
                  <a:pt x="246564" y="115412"/>
                  <a:pt x="246564" y="110073"/>
                </a:cubicBezTo>
                <a:lnTo>
                  <a:pt x="246564" y="30820"/>
                </a:lnTo>
                <a:cubicBezTo>
                  <a:pt x="246564" y="23501"/>
                  <a:pt x="240675" y="17612"/>
                  <a:pt x="233355" y="17612"/>
                </a:cubicBezTo>
                <a:lnTo>
                  <a:pt x="154102" y="17612"/>
                </a:lnTo>
                <a:cubicBezTo>
                  <a:pt x="148764" y="17612"/>
                  <a:pt x="143921" y="20804"/>
                  <a:pt x="141884" y="25757"/>
                </a:cubicBezTo>
                <a:cubicBezTo>
                  <a:pt x="139848" y="30710"/>
                  <a:pt x="141004" y="36379"/>
                  <a:pt x="144746" y="40177"/>
                </a:cubicBezTo>
                <a:lnTo>
                  <a:pt x="166761" y="62191"/>
                </a:lnTo>
                <a:lnTo>
                  <a:pt x="123282" y="105670"/>
                </a:lnTo>
                <a:lnTo>
                  <a:pt x="79803" y="62191"/>
                </a:lnTo>
                <a:lnTo>
                  <a:pt x="101818" y="40177"/>
                </a:lnTo>
                <a:cubicBezTo>
                  <a:pt x="105615" y="36379"/>
                  <a:pt x="106716" y="30710"/>
                  <a:pt x="104680" y="25757"/>
                </a:cubicBezTo>
                <a:cubicBezTo>
                  <a:pt x="102643" y="20804"/>
                  <a:pt x="97800" y="17612"/>
                  <a:pt x="92461" y="17612"/>
                </a:cubicBez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5237" y="4874921"/>
            <a:ext cx="232944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49934" y="5100351"/>
            <a:ext cx="232004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Grows with your needs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4132" y="4353615"/>
            <a:ext cx="2583051" cy="1098971"/>
          </a:xfrm>
          <a:custGeom>
            <a:avLst/>
            <a:gdLst/>
            <a:ahLst/>
            <a:cxnLst/>
            <a:rect l="l" t="t" r="r" b="b"/>
            <a:pathLst>
              <a:path w="2583051" h="1098971">
                <a:moveTo>
                  <a:pt x="0" y="0"/>
                </a:moveTo>
                <a:lnTo>
                  <a:pt x="2583051" y="0"/>
                </a:lnTo>
                <a:lnTo>
                  <a:pt x="2583051" y="1098971"/>
                </a:lnTo>
                <a:lnTo>
                  <a:pt x="0" y="1098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757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39167" y="4517991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193674" y="154102"/>
                </a:moveTo>
                <a:lnTo>
                  <a:pt x="88609" y="154102"/>
                </a:lnTo>
                <a:cubicBezTo>
                  <a:pt x="90205" y="189601"/>
                  <a:pt x="98075" y="222293"/>
                  <a:pt x="109248" y="246234"/>
                </a:cubicBezTo>
                <a:cubicBezTo>
                  <a:pt x="115522" y="259718"/>
                  <a:pt x="122291" y="269239"/>
                  <a:pt x="128565" y="275073"/>
                </a:cubicBezTo>
                <a:cubicBezTo>
                  <a:pt x="134730" y="280852"/>
                  <a:pt x="138967" y="281787"/>
                  <a:pt x="141169" y="281787"/>
                </a:cubicBezTo>
                <a:cubicBezTo>
                  <a:pt x="143370" y="281787"/>
                  <a:pt x="147608" y="280852"/>
                  <a:pt x="153772" y="275073"/>
                </a:cubicBezTo>
                <a:cubicBezTo>
                  <a:pt x="160046" y="269239"/>
                  <a:pt x="166816" y="259663"/>
                  <a:pt x="173090" y="246234"/>
                </a:cubicBezTo>
                <a:cubicBezTo>
                  <a:pt x="184263" y="222293"/>
                  <a:pt x="192133" y="189601"/>
                  <a:pt x="193729" y="154102"/>
                </a:cubicBezTo>
                <a:close/>
                <a:moveTo>
                  <a:pt x="88554" y="127685"/>
                </a:moveTo>
                <a:lnTo>
                  <a:pt x="193619" y="127685"/>
                </a:lnTo>
                <a:cubicBezTo>
                  <a:pt x="192078" y="92186"/>
                  <a:pt x="184207" y="59495"/>
                  <a:pt x="173035" y="35554"/>
                </a:cubicBezTo>
                <a:cubicBezTo>
                  <a:pt x="166761" y="22125"/>
                  <a:pt x="159991" y="12548"/>
                  <a:pt x="153717" y="6714"/>
                </a:cubicBezTo>
                <a:cubicBezTo>
                  <a:pt x="147553" y="936"/>
                  <a:pt x="143315" y="0"/>
                  <a:pt x="141114" y="0"/>
                </a:cubicBezTo>
                <a:cubicBezTo>
                  <a:pt x="138912" y="0"/>
                  <a:pt x="134675" y="936"/>
                  <a:pt x="128510" y="6714"/>
                </a:cubicBezTo>
                <a:cubicBezTo>
                  <a:pt x="122236" y="12548"/>
                  <a:pt x="115467" y="22125"/>
                  <a:pt x="109193" y="35554"/>
                </a:cubicBezTo>
                <a:cubicBezTo>
                  <a:pt x="98020" y="59495"/>
                  <a:pt x="90150" y="92186"/>
                  <a:pt x="88554" y="127685"/>
                </a:cubicBezTo>
                <a:close/>
                <a:moveTo>
                  <a:pt x="62136" y="127685"/>
                </a:moveTo>
                <a:cubicBezTo>
                  <a:pt x="64063" y="80574"/>
                  <a:pt x="76226" y="36819"/>
                  <a:pt x="94003" y="8090"/>
                </a:cubicBezTo>
                <a:cubicBezTo>
                  <a:pt x="43314" y="26032"/>
                  <a:pt x="5999" y="72208"/>
                  <a:pt x="826" y="127685"/>
                </a:cubicBezTo>
                <a:lnTo>
                  <a:pt x="62136" y="127685"/>
                </a:lnTo>
                <a:close/>
                <a:moveTo>
                  <a:pt x="826" y="154102"/>
                </a:moveTo>
                <a:cubicBezTo>
                  <a:pt x="5999" y="209579"/>
                  <a:pt x="43314" y="255755"/>
                  <a:pt x="94003" y="273697"/>
                </a:cubicBezTo>
                <a:cubicBezTo>
                  <a:pt x="76226" y="244968"/>
                  <a:pt x="64063" y="201214"/>
                  <a:pt x="62136" y="154102"/>
                </a:cubicBezTo>
                <a:lnTo>
                  <a:pt x="826" y="154102"/>
                </a:lnTo>
                <a:close/>
                <a:moveTo>
                  <a:pt x="220091" y="154102"/>
                </a:moveTo>
                <a:cubicBezTo>
                  <a:pt x="218165" y="201214"/>
                  <a:pt x="206002" y="244968"/>
                  <a:pt x="188225" y="273697"/>
                </a:cubicBezTo>
                <a:cubicBezTo>
                  <a:pt x="238914" y="255700"/>
                  <a:pt x="276229" y="209579"/>
                  <a:pt x="281402" y="154102"/>
                </a:cubicBezTo>
                <a:lnTo>
                  <a:pt x="220091" y="154102"/>
                </a:lnTo>
                <a:close/>
                <a:moveTo>
                  <a:pt x="281402" y="127685"/>
                </a:moveTo>
                <a:cubicBezTo>
                  <a:pt x="276229" y="72208"/>
                  <a:pt x="238914" y="26032"/>
                  <a:pt x="188225" y="8090"/>
                </a:cubicBezTo>
                <a:cubicBezTo>
                  <a:pt x="206002" y="36819"/>
                  <a:pt x="218165" y="80574"/>
                  <a:pt x="220091" y="127685"/>
                </a:cubicBezTo>
                <a:lnTo>
                  <a:pt x="281402" y="127685"/>
                </a:ln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0936" y="4874921"/>
            <a:ext cx="232944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15633" y="5100351"/>
            <a:ext cx="232004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Anywhere, anytime access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49831" y="4353615"/>
            <a:ext cx="2583051" cy="1098971"/>
          </a:xfrm>
          <a:custGeom>
            <a:avLst/>
            <a:gdLst/>
            <a:ahLst/>
            <a:cxnLst/>
            <a:rect l="l" t="t" r="r" b="b"/>
            <a:pathLst>
              <a:path w="2583051" h="1098971">
                <a:moveTo>
                  <a:pt x="0" y="0"/>
                </a:moveTo>
                <a:lnTo>
                  <a:pt x="2583051" y="0"/>
                </a:lnTo>
                <a:lnTo>
                  <a:pt x="2583051" y="1098971"/>
                </a:lnTo>
                <a:lnTo>
                  <a:pt x="0" y="1098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757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104866" y="4517991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36269" y="125759"/>
                </a:moveTo>
                <a:cubicBezTo>
                  <a:pt x="43589" y="74575"/>
                  <a:pt x="87673" y="35223"/>
                  <a:pt x="140894" y="35223"/>
                </a:cubicBezTo>
                <a:cubicBezTo>
                  <a:pt x="170063" y="35223"/>
                  <a:pt x="196481" y="47056"/>
                  <a:pt x="215633" y="66154"/>
                </a:cubicBezTo>
                <a:cubicBezTo>
                  <a:pt x="215743" y="66264"/>
                  <a:pt x="215854" y="66374"/>
                  <a:pt x="215964" y="66484"/>
                </a:cubicBezTo>
                <a:lnTo>
                  <a:pt x="220146" y="70447"/>
                </a:lnTo>
                <a:lnTo>
                  <a:pt x="193784" y="70447"/>
                </a:lnTo>
                <a:cubicBezTo>
                  <a:pt x="184042" y="70447"/>
                  <a:pt x="176172" y="78317"/>
                  <a:pt x="176172" y="88059"/>
                </a:cubicBezTo>
                <a:cubicBezTo>
                  <a:pt x="176172" y="97800"/>
                  <a:pt x="184042" y="105670"/>
                  <a:pt x="193784" y="105670"/>
                </a:cubicBezTo>
                <a:lnTo>
                  <a:pt x="264231" y="105670"/>
                </a:lnTo>
                <a:cubicBezTo>
                  <a:pt x="273972" y="105670"/>
                  <a:pt x="281842" y="97800"/>
                  <a:pt x="281842" y="88059"/>
                </a:cubicBezTo>
                <a:lnTo>
                  <a:pt x="281842" y="17612"/>
                </a:lnTo>
                <a:cubicBezTo>
                  <a:pt x="281842" y="7870"/>
                  <a:pt x="273972" y="0"/>
                  <a:pt x="264231" y="0"/>
                </a:cubicBezTo>
                <a:cubicBezTo>
                  <a:pt x="254489" y="0"/>
                  <a:pt x="246619" y="7870"/>
                  <a:pt x="246619" y="17612"/>
                </a:cubicBezTo>
                <a:lnTo>
                  <a:pt x="246619" y="47001"/>
                </a:lnTo>
                <a:lnTo>
                  <a:pt x="240400" y="41112"/>
                </a:lnTo>
                <a:cubicBezTo>
                  <a:pt x="214918" y="15740"/>
                  <a:pt x="179694" y="0"/>
                  <a:pt x="140894" y="0"/>
                </a:cubicBezTo>
                <a:cubicBezTo>
                  <a:pt x="69896" y="0"/>
                  <a:pt x="11172" y="52505"/>
                  <a:pt x="1431" y="120805"/>
                </a:cubicBezTo>
                <a:cubicBezTo>
                  <a:pt x="55" y="130437"/>
                  <a:pt x="6714" y="139353"/>
                  <a:pt x="16346" y="140729"/>
                </a:cubicBezTo>
                <a:cubicBezTo>
                  <a:pt x="25977" y="142104"/>
                  <a:pt x="34893" y="135390"/>
                  <a:pt x="36269" y="125814"/>
                </a:cubicBezTo>
                <a:close/>
                <a:moveTo>
                  <a:pt x="280356" y="160982"/>
                </a:moveTo>
                <a:cubicBezTo>
                  <a:pt x="281732" y="151351"/>
                  <a:pt x="275018" y="142435"/>
                  <a:pt x="265441" y="141059"/>
                </a:cubicBezTo>
                <a:cubicBezTo>
                  <a:pt x="255865" y="139683"/>
                  <a:pt x="246894" y="146397"/>
                  <a:pt x="245518" y="155974"/>
                </a:cubicBezTo>
                <a:cubicBezTo>
                  <a:pt x="238198" y="207158"/>
                  <a:pt x="194114" y="246509"/>
                  <a:pt x="140894" y="246509"/>
                </a:cubicBezTo>
                <a:cubicBezTo>
                  <a:pt x="111724" y="246509"/>
                  <a:pt x="85307" y="234676"/>
                  <a:pt x="66154" y="215578"/>
                </a:cubicBezTo>
                <a:cubicBezTo>
                  <a:pt x="66044" y="215468"/>
                  <a:pt x="65934" y="215358"/>
                  <a:pt x="65824" y="215248"/>
                </a:cubicBezTo>
                <a:lnTo>
                  <a:pt x="61641" y="211285"/>
                </a:lnTo>
                <a:lnTo>
                  <a:pt x="88004" y="211285"/>
                </a:lnTo>
                <a:cubicBezTo>
                  <a:pt x="97745" y="211285"/>
                  <a:pt x="105615" y="203415"/>
                  <a:pt x="105615" y="193674"/>
                </a:cubicBezTo>
                <a:cubicBezTo>
                  <a:pt x="105615" y="183932"/>
                  <a:pt x="97745" y="176062"/>
                  <a:pt x="88004" y="176062"/>
                </a:cubicBezTo>
                <a:lnTo>
                  <a:pt x="17612" y="176117"/>
                </a:lnTo>
                <a:cubicBezTo>
                  <a:pt x="12934" y="176117"/>
                  <a:pt x="8421" y="177988"/>
                  <a:pt x="5118" y="181346"/>
                </a:cubicBezTo>
                <a:cubicBezTo>
                  <a:pt x="1816" y="184703"/>
                  <a:pt x="-55" y="189161"/>
                  <a:pt x="0" y="193894"/>
                </a:cubicBezTo>
                <a:lnTo>
                  <a:pt x="550" y="263790"/>
                </a:lnTo>
                <a:cubicBezTo>
                  <a:pt x="605" y="273532"/>
                  <a:pt x="8586" y="281347"/>
                  <a:pt x="18327" y="281237"/>
                </a:cubicBezTo>
                <a:cubicBezTo>
                  <a:pt x="28069" y="281127"/>
                  <a:pt x="35884" y="273202"/>
                  <a:pt x="35774" y="263460"/>
                </a:cubicBezTo>
                <a:lnTo>
                  <a:pt x="35554" y="235116"/>
                </a:lnTo>
                <a:lnTo>
                  <a:pt x="41443" y="240675"/>
                </a:lnTo>
                <a:cubicBezTo>
                  <a:pt x="66924" y="266047"/>
                  <a:pt x="102093" y="281787"/>
                  <a:pt x="140894" y="281787"/>
                </a:cubicBezTo>
                <a:cubicBezTo>
                  <a:pt x="211891" y="281787"/>
                  <a:pt x="270615" y="229282"/>
                  <a:pt x="280356" y="160982"/>
                </a:cubicBez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76635" y="4874921"/>
            <a:ext cx="232944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81332" y="5100351"/>
            <a:ext cx="232004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99.9% uptime guarantee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78934" y="5936320"/>
            <a:ext cx="5635747" cy="526003"/>
          </a:xfrm>
          <a:custGeom>
            <a:avLst/>
            <a:gdLst/>
            <a:ahLst/>
            <a:cxnLst/>
            <a:rect l="l" t="t" r="r" b="b"/>
            <a:pathLst>
              <a:path w="5635747" h="526003">
                <a:moveTo>
                  <a:pt x="0" y="0"/>
                </a:moveTo>
                <a:lnTo>
                  <a:pt x="5635747" y="0"/>
                </a:lnTo>
                <a:lnTo>
                  <a:pt x="5635747" y="526003"/>
                </a:lnTo>
                <a:lnTo>
                  <a:pt x="0" y="52600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635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51328" y="6067821"/>
            <a:ext cx="50909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Microsoft Azure: Trusted by 95% of Fortune 500 Companies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07006" y="374514"/>
            <a:ext cx="694881" cy="694881"/>
          </a:xfrm>
          <a:custGeom>
            <a:avLst/>
            <a:gdLst/>
            <a:ahLst/>
            <a:cxnLst/>
            <a:rect l="l" t="t" r="r" b="b"/>
            <a:pathLst>
              <a:path w="694881" h="694881">
                <a:moveTo>
                  <a:pt x="347440" y="0"/>
                </a:moveTo>
                <a:lnTo>
                  <a:pt x="347440" y="0"/>
                </a:lnTo>
                <a:cubicBezTo>
                  <a:pt x="539198" y="0"/>
                  <a:pt x="694881" y="155683"/>
                  <a:pt x="694881" y="347440"/>
                </a:cubicBezTo>
                <a:lnTo>
                  <a:pt x="694881" y="347440"/>
                </a:lnTo>
                <a:cubicBezTo>
                  <a:pt x="694881" y="539198"/>
                  <a:pt x="539198" y="694881"/>
                  <a:pt x="347440" y="694881"/>
                </a:cubicBezTo>
                <a:lnTo>
                  <a:pt x="347440" y="694881"/>
                </a:lnTo>
                <a:cubicBezTo>
                  <a:pt x="155683" y="694881"/>
                  <a:pt x="0" y="539198"/>
                  <a:pt x="0" y="347440"/>
                </a:cubicBezTo>
                <a:lnTo>
                  <a:pt x="0" y="347440"/>
                </a:lnTo>
                <a:cubicBezTo>
                  <a:pt x="0" y="155683"/>
                  <a:pt x="155683" y="0"/>
                  <a:pt x="347440" y="0"/>
                </a:cubicBez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327092" y="5597356"/>
            <a:ext cx="550490" cy="550490"/>
          </a:xfrm>
          <a:custGeom>
            <a:avLst/>
            <a:gdLst/>
            <a:ahLst/>
            <a:cxnLst/>
            <a:rect l="l" t="t" r="r" b="b"/>
            <a:pathLst>
              <a:path w="550490" h="550490">
                <a:moveTo>
                  <a:pt x="0" y="0"/>
                </a:moveTo>
                <a:lnTo>
                  <a:pt x="550490" y="0"/>
                </a:lnTo>
                <a:lnTo>
                  <a:pt x="550490" y="550490"/>
                </a:lnTo>
                <a:lnTo>
                  <a:pt x="0" y="55049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0">
            <a:off x="268737" y="1423863"/>
            <a:ext cx="333904" cy="333904"/>
          </a:xfrm>
          <a:custGeom>
            <a:avLst/>
            <a:gdLst/>
            <a:ahLst/>
            <a:cxnLst/>
            <a:rect l="l" t="t" r="r" b="b"/>
            <a:pathLst>
              <a:path w="333904" h="333904">
                <a:moveTo>
                  <a:pt x="0" y="0"/>
                </a:moveTo>
                <a:lnTo>
                  <a:pt x="333904" y="0"/>
                </a:lnTo>
                <a:lnTo>
                  <a:pt x="333904" y="333904"/>
                </a:lnTo>
                <a:lnTo>
                  <a:pt x="0" y="33390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09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9026" y="415124"/>
            <a:ext cx="541466" cy="541466"/>
          </a:xfrm>
          <a:custGeom>
            <a:avLst/>
            <a:gdLst/>
            <a:ahLst/>
            <a:cxnLst/>
            <a:rect l="l" t="t" r="r" b="b"/>
            <a:pathLst>
              <a:path w="541466" h="541466">
                <a:moveTo>
                  <a:pt x="0" y="0"/>
                </a:moveTo>
                <a:lnTo>
                  <a:pt x="541466" y="0"/>
                </a:lnTo>
                <a:lnTo>
                  <a:pt x="541466" y="541466"/>
                </a:lnTo>
                <a:lnTo>
                  <a:pt x="0" y="541466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6648" y="550490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16921" y="16921"/>
                </a:moveTo>
                <a:cubicBezTo>
                  <a:pt x="26280" y="16921"/>
                  <a:pt x="33842" y="24482"/>
                  <a:pt x="33842" y="33842"/>
                </a:cubicBezTo>
                <a:lnTo>
                  <a:pt x="33842" y="211510"/>
                </a:lnTo>
                <a:cubicBezTo>
                  <a:pt x="33842" y="216163"/>
                  <a:pt x="37649" y="219970"/>
                  <a:pt x="42302" y="219970"/>
                </a:cubicBezTo>
                <a:lnTo>
                  <a:pt x="253812" y="219970"/>
                </a:lnTo>
                <a:cubicBezTo>
                  <a:pt x="263171" y="219970"/>
                  <a:pt x="270733" y="227532"/>
                  <a:pt x="270733" y="236891"/>
                </a:cubicBezTo>
                <a:cubicBezTo>
                  <a:pt x="270733" y="246251"/>
                  <a:pt x="263171" y="253812"/>
                  <a:pt x="253812" y="253812"/>
                </a:cubicBezTo>
                <a:lnTo>
                  <a:pt x="42302" y="253812"/>
                </a:lnTo>
                <a:cubicBezTo>
                  <a:pt x="18930" y="253812"/>
                  <a:pt x="0" y="234882"/>
                  <a:pt x="0" y="211510"/>
                </a:cubicBezTo>
                <a:lnTo>
                  <a:pt x="0" y="33842"/>
                </a:lnTo>
                <a:cubicBezTo>
                  <a:pt x="0" y="24482"/>
                  <a:pt x="7561" y="16921"/>
                  <a:pt x="16921" y="16921"/>
                </a:cubicBezTo>
                <a:close/>
                <a:moveTo>
                  <a:pt x="67683" y="50762"/>
                </a:moveTo>
                <a:cubicBezTo>
                  <a:pt x="67683" y="41403"/>
                  <a:pt x="75245" y="33842"/>
                  <a:pt x="84604" y="33842"/>
                </a:cubicBezTo>
                <a:lnTo>
                  <a:pt x="186129" y="33842"/>
                </a:lnTo>
                <a:cubicBezTo>
                  <a:pt x="195488" y="33842"/>
                  <a:pt x="203050" y="41403"/>
                  <a:pt x="203050" y="50762"/>
                </a:cubicBezTo>
                <a:cubicBezTo>
                  <a:pt x="203050" y="60122"/>
                  <a:pt x="195488" y="67683"/>
                  <a:pt x="186129" y="67683"/>
                </a:cubicBezTo>
                <a:lnTo>
                  <a:pt x="84604" y="67683"/>
                </a:lnTo>
                <a:cubicBezTo>
                  <a:pt x="75245" y="67683"/>
                  <a:pt x="67683" y="60122"/>
                  <a:pt x="67683" y="50762"/>
                </a:cubicBezTo>
                <a:close/>
                <a:moveTo>
                  <a:pt x="84604" y="93064"/>
                </a:moveTo>
                <a:lnTo>
                  <a:pt x="152287" y="93064"/>
                </a:lnTo>
                <a:cubicBezTo>
                  <a:pt x="161647" y="93064"/>
                  <a:pt x="169208" y="100626"/>
                  <a:pt x="169208" y="109985"/>
                </a:cubicBezTo>
                <a:cubicBezTo>
                  <a:pt x="169208" y="119345"/>
                  <a:pt x="161647" y="126906"/>
                  <a:pt x="152287" y="126906"/>
                </a:cubicBezTo>
                <a:lnTo>
                  <a:pt x="84604" y="126906"/>
                </a:lnTo>
                <a:cubicBezTo>
                  <a:pt x="75245" y="126906"/>
                  <a:pt x="67683" y="119345"/>
                  <a:pt x="67683" y="109985"/>
                </a:cubicBezTo>
                <a:cubicBezTo>
                  <a:pt x="67683" y="100626"/>
                  <a:pt x="75245" y="93064"/>
                  <a:pt x="84604" y="93064"/>
                </a:cubicBezTo>
                <a:close/>
                <a:moveTo>
                  <a:pt x="84604" y="152287"/>
                </a:moveTo>
                <a:lnTo>
                  <a:pt x="219970" y="152287"/>
                </a:lnTo>
                <a:cubicBezTo>
                  <a:pt x="229330" y="152287"/>
                  <a:pt x="236891" y="159849"/>
                  <a:pt x="236891" y="169208"/>
                </a:cubicBezTo>
                <a:cubicBezTo>
                  <a:pt x="236891" y="178567"/>
                  <a:pt x="229330" y="186129"/>
                  <a:pt x="219970" y="186129"/>
                </a:cubicBezTo>
                <a:lnTo>
                  <a:pt x="84604" y="186129"/>
                </a:lnTo>
                <a:cubicBezTo>
                  <a:pt x="75245" y="186129"/>
                  <a:pt x="67683" y="178567"/>
                  <a:pt x="67683" y="169208"/>
                </a:cubicBezTo>
                <a:cubicBezTo>
                  <a:pt x="67683" y="159849"/>
                  <a:pt x="75245" y="152287"/>
                  <a:pt x="84604" y="152287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2931" y="360977"/>
            <a:ext cx="350147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kern="0" spc="57" dirty="0">
                <a:solidFill>
                  <a:srgbClr val="F2C811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2931" y="577563"/>
            <a:ext cx="3645868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 BI and DAX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0977" y="1155127"/>
            <a:ext cx="11470046" cy="72195"/>
          </a:xfrm>
          <a:custGeom>
            <a:avLst/>
            <a:gdLst/>
            <a:ahLst/>
            <a:cxnLst/>
            <a:rect l="l" t="t" r="r" b="b"/>
            <a:pathLst>
              <a:path w="11470046" h="72195">
                <a:moveTo>
                  <a:pt x="0" y="0"/>
                </a:moveTo>
                <a:lnTo>
                  <a:pt x="11470046" y="0"/>
                </a:lnTo>
                <a:lnTo>
                  <a:pt x="11470046" y="72195"/>
                </a:lnTo>
                <a:lnTo>
                  <a:pt x="0" y="7219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9026" y="1461957"/>
            <a:ext cx="5595144" cy="2725377"/>
          </a:xfrm>
          <a:custGeom>
            <a:avLst/>
            <a:gdLst/>
            <a:ahLst/>
            <a:cxnLst/>
            <a:rect l="l" t="t" r="r" b="b"/>
            <a:pathLst>
              <a:path w="5595144" h="2725377">
                <a:moveTo>
                  <a:pt x="0" y="0"/>
                </a:moveTo>
                <a:lnTo>
                  <a:pt x="5595144" y="0"/>
                </a:lnTo>
                <a:lnTo>
                  <a:pt x="5595144" y="2725377"/>
                </a:lnTo>
                <a:lnTo>
                  <a:pt x="0" y="2725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1100" y="1674031"/>
            <a:ext cx="478295" cy="478295"/>
          </a:xfrm>
          <a:custGeom>
            <a:avLst/>
            <a:gdLst/>
            <a:ahLst/>
            <a:cxnLst/>
            <a:rect l="l" t="t" r="r" b="b"/>
            <a:pathLst>
              <a:path w="478295" h="478295">
                <a:moveTo>
                  <a:pt x="0" y="0"/>
                </a:moveTo>
                <a:lnTo>
                  <a:pt x="478295" y="0"/>
                </a:lnTo>
                <a:lnTo>
                  <a:pt x="478295" y="478295"/>
                </a:lnTo>
                <a:lnTo>
                  <a:pt x="0" y="478295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38100">
            <a:solidFill>
              <a:srgbClr val="2D3436"/>
            </a:solidFill>
            <a:prstDash val="solid"/>
          </a:ln>
          <a:effectLst>
            <a:outerShdw blurRad="101600" dist="3609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8417" y="1804885"/>
            <a:ext cx="243660" cy="216586"/>
          </a:xfrm>
          <a:custGeom>
            <a:avLst/>
            <a:gdLst/>
            <a:ahLst/>
            <a:cxnLst/>
            <a:rect l="l" t="t" r="r" b="b"/>
            <a:pathLst>
              <a:path w="243660" h="216586">
                <a:moveTo>
                  <a:pt x="216755" y="101525"/>
                </a:moveTo>
                <a:lnTo>
                  <a:pt x="142304" y="101525"/>
                </a:lnTo>
                <a:cubicBezTo>
                  <a:pt x="134816" y="101525"/>
                  <a:pt x="128767" y="95476"/>
                  <a:pt x="128767" y="87988"/>
                </a:cubicBezTo>
                <a:lnTo>
                  <a:pt x="128767" y="13537"/>
                </a:lnTo>
                <a:cubicBezTo>
                  <a:pt x="128767" y="6049"/>
                  <a:pt x="134859" y="-85"/>
                  <a:pt x="142262" y="888"/>
                </a:cubicBezTo>
                <a:cubicBezTo>
                  <a:pt x="187525" y="6895"/>
                  <a:pt x="223397" y="42767"/>
                  <a:pt x="229404" y="88030"/>
                </a:cubicBezTo>
                <a:cubicBezTo>
                  <a:pt x="230377" y="95433"/>
                  <a:pt x="224243" y="101525"/>
                  <a:pt x="216755" y="101525"/>
                </a:cubicBezTo>
                <a:close/>
                <a:moveTo>
                  <a:pt x="94164" y="15736"/>
                </a:moveTo>
                <a:cubicBezTo>
                  <a:pt x="101821" y="14129"/>
                  <a:pt x="108462" y="20390"/>
                  <a:pt x="108462" y="28215"/>
                </a:cubicBezTo>
                <a:lnTo>
                  <a:pt x="108462" y="111677"/>
                </a:lnTo>
                <a:cubicBezTo>
                  <a:pt x="108462" y="114046"/>
                  <a:pt x="109308" y="116330"/>
                  <a:pt x="110789" y="118149"/>
                </a:cubicBezTo>
                <a:lnTo>
                  <a:pt x="166670" y="185579"/>
                </a:lnTo>
                <a:cubicBezTo>
                  <a:pt x="171619" y="191543"/>
                  <a:pt x="170562" y="200554"/>
                  <a:pt x="163751" y="204234"/>
                </a:cubicBezTo>
                <a:cubicBezTo>
                  <a:pt x="149326" y="212102"/>
                  <a:pt x="132786" y="216586"/>
                  <a:pt x="115231" y="216586"/>
                </a:cubicBezTo>
                <a:cubicBezTo>
                  <a:pt x="59180" y="216586"/>
                  <a:pt x="13706" y="171112"/>
                  <a:pt x="13706" y="115061"/>
                </a:cubicBezTo>
                <a:cubicBezTo>
                  <a:pt x="13706" y="66203"/>
                  <a:pt x="48182" y="25424"/>
                  <a:pt x="94164" y="15736"/>
                </a:cubicBezTo>
                <a:close/>
                <a:moveTo>
                  <a:pt x="202119" y="121830"/>
                </a:moveTo>
                <a:lnTo>
                  <a:pt x="229192" y="121830"/>
                </a:lnTo>
                <a:cubicBezTo>
                  <a:pt x="237018" y="121830"/>
                  <a:pt x="243279" y="128471"/>
                  <a:pt x="241671" y="136128"/>
                </a:cubicBezTo>
                <a:cubicBezTo>
                  <a:pt x="237357" y="156602"/>
                  <a:pt x="226866" y="174792"/>
                  <a:pt x="212229" y="188667"/>
                </a:cubicBezTo>
                <a:cubicBezTo>
                  <a:pt x="207026" y="193616"/>
                  <a:pt x="198862" y="192559"/>
                  <a:pt x="194293" y="187017"/>
                </a:cubicBezTo>
                <a:lnTo>
                  <a:pt x="158590" y="143996"/>
                </a:lnTo>
                <a:cubicBezTo>
                  <a:pt x="151272" y="135155"/>
                  <a:pt x="157575" y="121830"/>
                  <a:pt x="168996" y="121830"/>
                </a:cubicBezTo>
                <a:lnTo>
                  <a:pt x="202077" y="12183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91224" y="1768788"/>
            <a:ext cx="965614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1100" y="2323790"/>
            <a:ext cx="5170996" cy="460246"/>
          </a:xfrm>
          <a:custGeom>
            <a:avLst/>
            <a:gdLst/>
            <a:ahLst/>
            <a:cxnLst/>
            <a:rect l="l" t="t" r="r" b="b"/>
            <a:pathLst>
              <a:path w="5170996" h="460246">
                <a:moveTo>
                  <a:pt x="0" y="0"/>
                </a:moveTo>
                <a:lnTo>
                  <a:pt x="5170996" y="0"/>
                </a:lnTo>
                <a:lnTo>
                  <a:pt x="5170996" y="460246"/>
                </a:lnTo>
                <a:lnTo>
                  <a:pt x="0" y="46024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2930" y="2445620"/>
            <a:ext cx="499953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analytics and visualization</a:t>
            </a: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platform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1100" y="2919402"/>
            <a:ext cx="5170996" cy="460246"/>
          </a:xfrm>
          <a:custGeom>
            <a:avLst/>
            <a:gdLst/>
            <a:ahLst/>
            <a:cxnLst/>
            <a:rect l="l" t="t" r="r" b="b"/>
            <a:pathLst>
              <a:path w="5170996" h="460246">
                <a:moveTo>
                  <a:pt x="0" y="0"/>
                </a:moveTo>
                <a:lnTo>
                  <a:pt x="5170996" y="0"/>
                </a:lnTo>
                <a:lnTo>
                  <a:pt x="5170996" y="460246"/>
                </a:lnTo>
                <a:lnTo>
                  <a:pt x="0" y="46024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2930" y="3041232"/>
            <a:ext cx="499953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Connects </a:t>
            </a: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directly to Azure SQL Database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1100" y="3515014"/>
            <a:ext cx="5170996" cy="460246"/>
          </a:xfrm>
          <a:custGeom>
            <a:avLst/>
            <a:gdLst/>
            <a:ahLst/>
            <a:cxnLst/>
            <a:rect l="l" t="t" r="r" b="b"/>
            <a:pathLst>
              <a:path w="5170996" h="460246">
                <a:moveTo>
                  <a:pt x="0" y="0"/>
                </a:moveTo>
                <a:lnTo>
                  <a:pt x="5170996" y="0"/>
                </a:lnTo>
                <a:lnTo>
                  <a:pt x="5170996" y="460246"/>
                </a:lnTo>
                <a:lnTo>
                  <a:pt x="0" y="46024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930" y="3636844"/>
            <a:ext cx="499953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Creates </a:t>
            </a:r>
            <a:r>
              <a:rPr lang="en-US" sz="113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dashboards</a:t>
            </a: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and reports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026" y="4367822"/>
            <a:ext cx="5595144" cy="920491"/>
          </a:xfrm>
          <a:custGeom>
            <a:avLst/>
            <a:gdLst/>
            <a:ahLst/>
            <a:cxnLst/>
            <a:rect l="l" t="t" r="r" b="b"/>
            <a:pathLst>
              <a:path w="5595144" h="920491">
                <a:moveTo>
                  <a:pt x="0" y="0"/>
                </a:moveTo>
                <a:lnTo>
                  <a:pt x="5595144" y="0"/>
                </a:lnTo>
                <a:lnTo>
                  <a:pt x="5595144" y="920491"/>
                </a:lnTo>
                <a:lnTo>
                  <a:pt x="0" y="920491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58364" y="4530262"/>
            <a:ext cx="236891" cy="270733"/>
          </a:xfrm>
          <a:custGeom>
            <a:avLst/>
            <a:gdLst/>
            <a:ahLst/>
            <a:cxnLst/>
            <a:rect l="l" t="t" r="r" b="b"/>
            <a:pathLst>
              <a:path w="236891" h="270733">
                <a:moveTo>
                  <a:pt x="179149" y="-5235"/>
                </a:moveTo>
                <a:cubicBezTo>
                  <a:pt x="185441" y="-687"/>
                  <a:pt x="187768" y="7561"/>
                  <a:pt x="184913" y="14753"/>
                </a:cubicBezTo>
                <a:lnTo>
                  <a:pt x="143457" y="118446"/>
                </a:lnTo>
                <a:lnTo>
                  <a:pt x="219970" y="118446"/>
                </a:lnTo>
                <a:cubicBezTo>
                  <a:pt x="227109" y="118446"/>
                  <a:pt x="233454" y="122887"/>
                  <a:pt x="235887" y="129603"/>
                </a:cubicBezTo>
                <a:cubicBezTo>
                  <a:pt x="238319" y="136318"/>
                  <a:pt x="236257" y="143827"/>
                  <a:pt x="230810" y="148374"/>
                </a:cubicBezTo>
                <a:lnTo>
                  <a:pt x="78523" y="275280"/>
                </a:lnTo>
                <a:cubicBezTo>
                  <a:pt x="72548" y="280251"/>
                  <a:pt x="64035" y="280515"/>
                  <a:pt x="57742" y="275968"/>
                </a:cubicBezTo>
                <a:cubicBezTo>
                  <a:pt x="51450" y="271420"/>
                  <a:pt x="49123" y="263171"/>
                  <a:pt x="51979" y="255980"/>
                </a:cubicBezTo>
                <a:lnTo>
                  <a:pt x="93435" y="152287"/>
                </a:lnTo>
                <a:lnTo>
                  <a:pt x="16921" y="152287"/>
                </a:lnTo>
                <a:cubicBezTo>
                  <a:pt x="9782" y="152287"/>
                  <a:pt x="3437" y="147845"/>
                  <a:pt x="1005" y="141130"/>
                </a:cubicBezTo>
                <a:cubicBezTo>
                  <a:pt x="-1428" y="134415"/>
                  <a:pt x="635" y="126906"/>
                  <a:pt x="6081" y="122359"/>
                </a:cubicBezTo>
                <a:lnTo>
                  <a:pt x="158368" y="-4547"/>
                </a:lnTo>
                <a:cubicBezTo>
                  <a:pt x="164343" y="-9518"/>
                  <a:pt x="172857" y="-9782"/>
                  <a:pt x="179149" y="-5235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0856" y="4873190"/>
            <a:ext cx="535148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Data Refresh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2835" y="1461957"/>
            <a:ext cx="5595144" cy="3014158"/>
          </a:xfrm>
          <a:custGeom>
            <a:avLst/>
            <a:gdLst/>
            <a:ahLst/>
            <a:cxnLst/>
            <a:rect l="l" t="t" r="r" b="b"/>
            <a:pathLst>
              <a:path w="5595144" h="3014158">
                <a:moveTo>
                  <a:pt x="0" y="0"/>
                </a:moveTo>
                <a:lnTo>
                  <a:pt x="5595144" y="0"/>
                </a:lnTo>
                <a:lnTo>
                  <a:pt x="5595144" y="3014158"/>
                </a:lnTo>
                <a:lnTo>
                  <a:pt x="0" y="30141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4910" y="1674031"/>
            <a:ext cx="478295" cy="478295"/>
          </a:xfrm>
          <a:custGeom>
            <a:avLst/>
            <a:gdLst/>
            <a:ahLst/>
            <a:cxnLst/>
            <a:rect l="l" t="t" r="r" b="b"/>
            <a:pathLst>
              <a:path w="478295" h="478295">
                <a:moveTo>
                  <a:pt x="0" y="0"/>
                </a:moveTo>
                <a:lnTo>
                  <a:pt x="478295" y="0"/>
                </a:lnTo>
                <a:lnTo>
                  <a:pt x="478295" y="478295"/>
                </a:lnTo>
                <a:lnTo>
                  <a:pt x="0" y="47829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09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92837" y="1804885"/>
            <a:ext cx="162440" cy="216586"/>
          </a:xfrm>
          <a:custGeom>
            <a:avLst/>
            <a:gdLst/>
            <a:ahLst/>
            <a:cxnLst/>
            <a:rect l="l" t="t" r="r" b="b"/>
            <a:pathLst>
              <a:path w="162440" h="216586">
                <a:moveTo>
                  <a:pt x="27073" y="0"/>
                </a:moveTo>
                <a:cubicBezTo>
                  <a:pt x="12141" y="0"/>
                  <a:pt x="0" y="12141"/>
                  <a:pt x="0" y="27073"/>
                </a:cubicBezTo>
                <a:lnTo>
                  <a:pt x="0" y="189513"/>
                </a:lnTo>
                <a:cubicBezTo>
                  <a:pt x="0" y="204446"/>
                  <a:pt x="12141" y="216586"/>
                  <a:pt x="27073" y="216586"/>
                </a:cubicBezTo>
                <a:lnTo>
                  <a:pt x="135366" y="216586"/>
                </a:lnTo>
                <a:cubicBezTo>
                  <a:pt x="150299" y="216586"/>
                  <a:pt x="162440" y="204446"/>
                  <a:pt x="162440" y="189513"/>
                </a:cubicBezTo>
                <a:lnTo>
                  <a:pt x="162440" y="27073"/>
                </a:lnTo>
                <a:cubicBezTo>
                  <a:pt x="162440" y="12141"/>
                  <a:pt x="150299" y="0"/>
                  <a:pt x="135366" y="0"/>
                </a:cubicBezTo>
                <a:lnTo>
                  <a:pt x="27073" y="0"/>
                </a:lnTo>
                <a:close/>
                <a:moveTo>
                  <a:pt x="40610" y="27073"/>
                </a:moveTo>
                <a:lnTo>
                  <a:pt x="121830" y="27073"/>
                </a:lnTo>
                <a:cubicBezTo>
                  <a:pt x="129317" y="27073"/>
                  <a:pt x="135366" y="33122"/>
                  <a:pt x="135366" y="40610"/>
                </a:cubicBezTo>
                <a:lnTo>
                  <a:pt x="135366" y="54147"/>
                </a:lnTo>
                <a:cubicBezTo>
                  <a:pt x="135366" y="61634"/>
                  <a:pt x="129317" y="67683"/>
                  <a:pt x="121830" y="67683"/>
                </a:cubicBezTo>
                <a:lnTo>
                  <a:pt x="40610" y="67683"/>
                </a:lnTo>
                <a:cubicBezTo>
                  <a:pt x="33122" y="67683"/>
                  <a:pt x="27073" y="61634"/>
                  <a:pt x="27073" y="54147"/>
                </a:cubicBezTo>
                <a:lnTo>
                  <a:pt x="27073" y="40610"/>
                </a:lnTo>
                <a:cubicBezTo>
                  <a:pt x="27073" y="33122"/>
                  <a:pt x="33122" y="27073"/>
                  <a:pt x="40610" y="27073"/>
                </a:cubicBezTo>
                <a:close/>
                <a:moveTo>
                  <a:pt x="47378" y="98141"/>
                </a:moveTo>
                <a:cubicBezTo>
                  <a:pt x="47378" y="103744"/>
                  <a:pt x="42829" y="108293"/>
                  <a:pt x="37226" y="108293"/>
                </a:cubicBezTo>
                <a:cubicBezTo>
                  <a:pt x="31622" y="108293"/>
                  <a:pt x="27073" y="103744"/>
                  <a:pt x="27073" y="98141"/>
                </a:cubicBezTo>
                <a:cubicBezTo>
                  <a:pt x="27073" y="92537"/>
                  <a:pt x="31622" y="87988"/>
                  <a:pt x="37226" y="87988"/>
                </a:cubicBezTo>
                <a:cubicBezTo>
                  <a:pt x="42829" y="87988"/>
                  <a:pt x="47378" y="92537"/>
                  <a:pt x="47378" y="98141"/>
                </a:cubicBezTo>
                <a:close/>
                <a:moveTo>
                  <a:pt x="81220" y="108293"/>
                </a:moveTo>
                <a:cubicBezTo>
                  <a:pt x="75617" y="108293"/>
                  <a:pt x="71067" y="103744"/>
                  <a:pt x="71067" y="98141"/>
                </a:cubicBezTo>
                <a:cubicBezTo>
                  <a:pt x="71067" y="92537"/>
                  <a:pt x="75617" y="87988"/>
                  <a:pt x="81220" y="87988"/>
                </a:cubicBezTo>
                <a:cubicBezTo>
                  <a:pt x="86823" y="87988"/>
                  <a:pt x="91372" y="92537"/>
                  <a:pt x="91372" y="98141"/>
                </a:cubicBezTo>
                <a:cubicBezTo>
                  <a:pt x="91372" y="103744"/>
                  <a:pt x="86823" y="108293"/>
                  <a:pt x="81220" y="108293"/>
                </a:cubicBezTo>
                <a:close/>
                <a:moveTo>
                  <a:pt x="135366" y="98141"/>
                </a:moveTo>
                <a:cubicBezTo>
                  <a:pt x="135366" y="103744"/>
                  <a:pt x="130817" y="108293"/>
                  <a:pt x="125214" y="108293"/>
                </a:cubicBezTo>
                <a:cubicBezTo>
                  <a:pt x="119611" y="108293"/>
                  <a:pt x="115061" y="103744"/>
                  <a:pt x="115061" y="98141"/>
                </a:cubicBezTo>
                <a:cubicBezTo>
                  <a:pt x="115061" y="92537"/>
                  <a:pt x="119611" y="87988"/>
                  <a:pt x="125214" y="87988"/>
                </a:cubicBezTo>
                <a:cubicBezTo>
                  <a:pt x="130817" y="87988"/>
                  <a:pt x="135366" y="92537"/>
                  <a:pt x="135366" y="98141"/>
                </a:cubicBezTo>
                <a:close/>
                <a:moveTo>
                  <a:pt x="37226" y="148903"/>
                </a:moveTo>
                <a:cubicBezTo>
                  <a:pt x="31622" y="148903"/>
                  <a:pt x="27073" y="144354"/>
                  <a:pt x="27073" y="138751"/>
                </a:cubicBezTo>
                <a:cubicBezTo>
                  <a:pt x="27073" y="133147"/>
                  <a:pt x="31622" y="128598"/>
                  <a:pt x="37226" y="128598"/>
                </a:cubicBezTo>
                <a:cubicBezTo>
                  <a:pt x="42829" y="128598"/>
                  <a:pt x="47378" y="133147"/>
                  <a:pt x="47378" y="138751"/>
                </a:cubicBezTo>
                <a:cubicBezTo>
                  <a:pt x="47378" y="144354"/>
                  <a:pt x="42829" y="148903"/>
                  <a:pt x="37226" y="148903"/>
                </a:cubicBezTo>
                <a:close/>
                <a:moveTo>
                  <a:pt x="91372" y="138751"/>
                </a:moveTo>
                <a:cubicBezTo>
                  <a:pt x="91372" y="144354"/>
                  <a:pt x="86823" y="148903"/>
                  <a:pt x="81220" y="148903"/>
                </a:cubicBezTo>
                <a:cubicBezTo>
                  <a:pt x="75617" y="148903"/>
                  <a:pt x="71067" y="144354"/>
                  <a:pt x="71067" y="138751"/>
                </a:cubicBezTo>
                <a:cubicBezTo>
                  <a:pt x="71067" y="133147"/>
                  <a:pt x="75617" y="128598"/>
                  <a:pt x="81220" y="128598"/>
                </a:cubicBezTo>
                <a:cubicBezTo>
                  <a:pt x="86823" y="128598"/>
                  <a:pt x="91372" y="133147"/>
                  <a:pt x="91372" y="138751"/>
                </a:cubicBezTo>
                <a:close/>
                <a:moveTo>
                  <a:pt x="125214" y="148903"/>
                </a:moveTo>
                <a:cubicBezTo>
                  <a:pt x="119611" y="148903"/>
                  <a:pt x="115061" y="144354"/>
                  <a:pt x="115061" y="138751"/>
                </a:cubicBezTo>
                <a:cubicBezTo>
                  <a:pt x="115061" y="133147"/>
                  <a:pt x="119611" y="128598"/>
                  <a:pt x="125214" y="128598"/>
                </a:cubicBezTo>
                <a:cubicBezTo>
                  <a:pt x="130817" y="128598"/>
                  <a:pt x="135366" y="133147"/>
                  <a:pt x="135366" y="138751"/>
                </a:cubicBezTo>
                <a:cubicBezTo>
                  <a:pt x="135366" y="144354"/>
                  <a:pt x="130817" y="148903"/>
                  <a:pt x="125214" y="148903"/>
                </a:cubicBezTo>
                <a:close/>
                <a:moveTo>
                  <a:pt x="27073" y="179360"/>
                </a:moveTo>
                <a:cubicBezTo>
                  <a:pt x="27073" y="173734"/>
                  <a:pt x="31600" y="169208"/>
                  <a:pt x="37226" y="169208"/>
                </a:cubicBezTo>
                <a:lnTo>
                  <a:pt x="84604" y="169208"/>
                </a:lnTo>
                <a:cubicBezTo>
                  <a:pt x="90230" y="169208"/>
                  <a:pt x="94756" y="173734"/>
                  <a:pt x="94756" y="179360"/>
                </a:cubicBezTo>
                <a:cubicBezTo>
                  <a:pt x="94756" y="184987"/>
                  <a:pt x="90230" y="189513"/>
                  <a:pt x="84604" y="189513"/>
                </a:cubicBezTo>
                <a:lnTo>
                  <a:pt x="37226" y="189513"/>
                </a:lnTo>
                <a:cubicBezTo>
                  <a:pt x="31600" y="189513"/>
                  <a:pt x="27073" y="184987"/>
                  <a:pt x="27073" y="179360"/>
                </a:cubicBezTo>
                <a:close/>
                <a:moveTo>
                  <a:pt x="125214" y="169208"/>
                </a:moveTo>
                <a:cubicBezTo>
                  <a:pt x="130840" y="169208"/>
                  <a:pt x="135366" y="173734"/>
                  <a:pt x="135366" y="179360"/>
                </a:cubicBezTo>
                <a:cubicBezTo>
                  <a:pt x="135366" y="184987"/>
                  <a:pt x="130840" y="189513"/>
                  <a:pt x="125214" y="189513"/>
                </a:cubicBezTo>
                <a:cubicBezTo>
                  <a:pt x="119588" y="189513"/>
                  <a:pt x="115061" y="184987"/>
                  <a:pt x="115061" y="179360"/>
                </a:cubicBezTo>
                <a:cubicBezTo>
                  <a:pt x="115061" y="173734"/>
                  <a:pt x="119588" y="169208"/>
                  <a:pt x="125214" y="1692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35034" y="1768788"/>
            <a:ext cx="514392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4910" y="2323790"/>
            <a:ext cx="5170996" cy="496343"/>
          </a:xfrm>
          <a:custGeom>
            <a:avLst/>
            <a:gdLst/>
            <a:ahLst/>
            <a:cxnLst/>
            <a:rect l="l" t="t" r="r" b="b"/>
            <a:pathLst>
              <a:path w="5170996" h="496343">
                <a:moveTo>
                  <a:pt x="0" y="0"/>
                </a:moveTo>
                <a:lnTo>
                  <a:pt x="5170996" y="0"/>
                </a:lnTo>
                <a:lnTo>
                  <a:pt x="5170996" y="496343"/>
                </a:lnTo>
                <a:lnTo>
                  <a:pt x="0" y="4963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09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56739" y="2445620"/>
            <a:ext cx="500855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Analysis Expressions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0397" y="2950987"/>
            <a:ext cx="5180021" cy="379026"/>
          </a:xfrm>
          <a:custGeom>
            <a:avLst/>
            <a:gdLst/>
            <a:ahLst/>
            <a:cxnLst/>
            <a:rect l="l" t="t" r="r" b="b"/>
            <a:pathLst>
              <a:path w="5180021" h="379026">
                <a:moveTo>
                  <a:pt x="0" y="0"/>
                </a:moveTo>
                <a:lnTo>
                  <a:pt x="5180021" y="0"/>
                </a:lnTo>
                <a:lnTo>
                  <a:pt x="5180021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38690" y="3068305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122619" y="19769"/>
                </a:moveTo>
                <a:cubicBezTo>
                  <a:pt x="126652" y="22702"/>
                  <a:pt x="127555" y="28342"/>
                  <a:pt x="124622" y="32375"/>
                </a:cubicBezTo>
                <a:lnTo>
                  <a:pt x="52426" y="131644"/>
                </a:lnTo>
                <a:cubicBezTo>
                  <a:pt x="50875" y="133787"/>
                  <a:pt x="48478" y="135113"/>
                  <a:pt x="45827" y="135338"/>
                </a:cubicBezTo>
                <a:cubicBezTo>
                  <a:pt x="43176" y="135564"/>
                  <a:pt x="40610" y="134577"/>
                  <a:pt x="38749" y="132715"/>
                </a:cubicBezTo>
                <a:lnTo>
                  <a:pt x="2651" y="96618"/>
                </a:lnTo>
                <a:cubicBezTo>
                  <a:pt x="-874" y="93093"/>
                  <a:pt x="-874" y="87368"/>
                  <a:pt x="2651" y="83843"/>
                </a:cubicBezTo>
                <a:cubicBezTo>
                  <a:pt x="6176" y="80317"/>
                  <a:pt x="11901" y="80317"/>
                  <a:pt x="15426" y="83843"/>
                </a:cubicBezTo>
                <a:lnTo>
                  <a:pt x="44050" y="112467"/>
                </a:lnTo>
                <a:lnTo>
                  <a:pt x="110042" y="21743"/>
                </a:lnTo>
                <a:cubicBezTo>
                  <a:pt x="112975" y="17710"/>
                  <a:pt x="118615" y="16808"/>
                  <a:pt x="122648" y="19741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4301" y="3032207"/>
            <a:ext cx="189513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Creates analytical measures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0397" y="3420258"/>
            <a:ext cx="5180021" cy="379026"/>
          </a:xfrm>
          <a:custGeom>
            <a:avLst/>
            <a:gdLst/>
            <a:ahLst/>
            <a:cxnLst/>
            <a:rect l="l" t="t" r="r" b="b"/>
            <a:pathLst>
              <a:path w="5180021" h="379026">
                <a:moveTo>
                  <a:pt x="0" y="0"/>
                </a:moveTo>
                <a:lnTo>
                  <a:pt x="5180021" y="0"/>
                </a:lnTo>
                <a:lnTo>
                  <a:pt x="5180021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38690" y="3537575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122619" y="19769"/>
                </a:moveTo>
                <a:cubicBezTo>
                  <a:pt x="126652" y="22702"/>
                  <a:pt x="127555" y="28342"/>
                  <a:pt x="124622" y="32375"/>
                </a:cubicBezTo>
                <a:lnTo>
                  <a:pt x="52426" y="131644"/>
                </a:lnTo>
                <a:cubicBezTo>
                  <a:pt x="50875" y="133787"/>
                  <a:pt x="48478" y="135113"/>
                  <a:pt x="45827" y="135338"/>
                </a:cubicBezTo>
                <a:cubicBezTo>
                  <a:pt x="43176" y="135564"/>
                  <a:pt x="40610" y="134577"/>
                  <a:pt x="38749" y="132715"/>
                </a:cubicBezTo>
                <a:lnTo>
                  <a:pt x="2651" y="96618"/>
                </a:lnTo>
                <a:cubicBezTo>
                  <a:pt x="-874" y="93093"/>
                  <a:pt x="-874" y="87368"/>
                  <a:pt x="2651" y="83843"/>
                </a:cubicBezTo>
                <a:cubicBezTo>
                  <a:pt x="6176" y="80317"/>
                  <a:pt x="11901" y="80317"/>
                  <a:pt x="15426" y="83843"/>
                </a:cubicBezTo>
                <a:lnTo>
                  <a:pt x="44050" y="112467"/>
                </a:lnTo>
                <a:lnTo>
                  <a:pt x="110042" y="21743"/>
                </a:lnTo>
                <a:cubicBezTo>
                  <a:pt x="112975" y="17710"/>
                  <a:pt x="118615" y="16808"/>
                  <a:pt x="122648" y="19741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4301" y="3501477"/>
            <a:ext cx="187708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Calculates KPIs dynamically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0397" y="3889528"/>
            <a:ext cx="5180021" cy="379026"/>
          </a:xfrm>
          <a:custGeom>
            <a:avLst/>
            <a:gdLst/>
            <a:ahLst/>
            <a:cxnLst/>
            <a:rect l="l" t="t" r="r" b="b"/>
            <a:pathLst>
              <a:path w="5180021" h="379026">
                <a:moveTo>
                  <a:pt x="0" y="0"/>
                </a:moveTo>
                <a:lnTo>
                  <a:pt x="5180021" y="0"/>
                </a:lnTo>
                <a:lnTo>
                  <a:pt x="5180021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38690" y="4006845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122619" y="19769"/>
                </a:moveTo>
                <a:cubicBezTo>
                  <a:pt x="126652" y="22702"/>
                  <a:pt x="127555" y="28342"/>
                  <a:pt x="124622" y="32375"/>
                </a:cubicBezTo>
                <a:lnTo>
                  <a:pt x="52426" y="131644"/>
                </a:lnTo>
                <a:cubicBezTo>
                  <a:pt x="50875" y="133787"/>
                  <a:pt x="48478" y="135113"/>
                  <a:pt x="45827" y="135338"/>
                </a:cubicBezTo>
                <a:cubicBezTo>
                  <a:pt x="43176" y="135564"/>
                  <a:pt x="40610" y="134577"/>
                  <a:pt x="38749" y="132715"/>
                </a:cubicBezTo>
                <a:lnTo>
                  <a:pt x="2651" y="96618"/>
                </a:lnTo>
                <a:cubicBezTo>
                  <a:pt x="-874" y="93093"/>
                  <a:pt x="-874" y="87368"/>
                  <a:pt x="2651" y="83843"/>
                </a:cubicBezTo>
                <a:cubicBezTo>
                  <a:pt x="6176" y="80317"/>
                  <a:pt x="11901" y="80317"/>
                  <a:pt x="15426" y="83843"/>
                </a:cubicBezTo>
                <a:lnTo>
                  <a:pt x="44050" y="112467"/>
                </a:lnTo>
                <a:lnTo>
                  <a:pt x="110042" y="21743"/>
                </a:lnTo>
                <a:cubicBezTo>
                  <a:pt x="112975" y="17710"/>
                  <a:pt x="118615" y="16808"/>
                  <a:pt x="122648" y="19741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64301" y="3970748"/>
            <a:ext cx="1985374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Enables complex calculations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2835" y="4656604"/>
            <a:ext cx="5595144" cy="1010736"/>
          </a:xfrm>
          <a:custGeom>
            <a:avLst/>
            <a:gdLst/>
            <a:ahLst/>
            <a:cxnLst/>
            <a:rect l="l" t="t" r="r" b="b"/>
            <a:pathLst>
              <a:path w="5595144" h="1010736">
                <a:moveTo>
                  <a:pt x="0" y="0"/>
                </a:moveTo>
                <a:lnTo>
                  <a:pt x="5595144" y="0"/>
                </a:lnTo>
                <a:lnTo>
                  <a:pt x="5595144" y="1010736"/>
                </a:lnTo>
                <a:lnTo>
                  <a:pt x="0" y="10107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85275" y="4819044"/>
            <a:ext cx="535148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KPIs Calculated with DAX: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4300" y="5152947"/>
            <a:ext cx="2580986" cy="342928"/>
          </a:xfrm>
          <a:custGeom>
            <a:avLst/>
            <a:gdLst/>
            <a:ahLst/>
            <a:cxnLst/>
            <a:rect l="l" t="t" r="r" b="b"/>
            <a:pathLst>
              <a:path w="2580986" h="342928">
                <a:moveTo>
                  <a:pt x="0" y="0"/>
                </a:moveTo>
                <a:lnTo>
                  <a:pt x="2580986" y="0"/>
                </a:lnTo>
                <a:lnTo>
                  <a:pt x="2580986" y="342928"/>
                </a:lnTo>
                <a:lnTo>
                  <a:pt x="0" y="34292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3934" y="5234167"/>
            <a:ext cx="24817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Average Marks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63485" y="5152947"/>
            <a:ext cx="2580986" cy="342928"/>
          </a:xfrm>
          <a:custGeom>
            <a:avLst/>
            <a:gdLst/>
            <a:ahLst/>
            <a:cxnLst/>
            <a:rect l="l" t="t" r="r" b="b"/>
            <a:pathLst>
              <a:path w="2580986" h="342928">
                <a:moveTo>
                  <a:pt x="0" y="0"/>
                </a:moveTo>
                <a:lnTo>
                  <a:pt x="2580986" y="0"/>
                </a:lnTo>
                <a:lnTo>
                  <a:pt x="2580986" y="342928"/>
                </a:lnTo>
                <a:lnTo>
                  <a:pt x="0" y="34292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13120" y="5234167"/>
            <a:ext cx="24817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Pass 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9026" y="5883926"/>
            <a:ext cx="11433948" cy="595612"/>
          </a:xfrm>
          <a:custGeom>
            <a:avLst/>
            <a:gdLst/>
            <a:ahLst/>
            <a:cxnLst/>
            <a:rect l="l" t="t" r="r" b="b"/>
            <a:pathLst>
              <a:path w="11433948" h="595612">
                <a:moveTo>
                  <a:pt x="0" y="0"/>
                </a:moveTo>
                <a:lnTo>
                  <a:pt x="11433948" y="0"/>
                </a:lnTo>
                <a:lnTo>
                  <a:pt x="11433948" y="595612"/>
                </a:lnTo>
                <a:lnTo>
                  <a:pt x="0" y="59561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414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021209" y="6046366"/>
            <a:ext cx="304574" cy="270733"/>
          </a:xfrm>
          <a:custGeom>
            <a:avLst/>
            <a:gdLst/>
            <a:ahLst/>
            <a:cxnLst/>
            <a:rect l="l" t="t" r="r" b="b"/>
            <a:pathLst>
              <a:path w="304574" h="270733">
                <a:moveTo>
                  <a:pt x="221821" y="50762"/>
                </a:moveTo>
                <a:cubicBezTo>
                  <a:pt x="213043" y="50762"/>
                  <a:pt x="204530" y="53142"/>
                  <a:pt x="197074" y="57478"/>
                </a:cubicBezTo>
                <a:cubicBezTo>
                  <a:pt x="188720" y="49017"/>
                  <a:pt x="178990" y="41932"/>
                  <a:pt x="168256" y="36591"/>
                </a:cubicBezTo>
                <a:cubicBezTo>
                  <a:pt x="183168" y="23901"/>
                  <a:pt x="202151" y="16921"/>
                  <a:pt x="221821" y="16921"/>
                </a:cubicBezTo>
                <a:cubicBezTo>
                  <a:pt x="267507" y="16921"/>
                  <a:pt x="304574" y="53935"/>
                  <a:pt x="304574" y="99674"/>
                </a:cubicBezTo>
                <a:cubicBezTo>
                  <a:pt x="304574" y="121618"/>
                  <a:pt x="295850" y="142663"/>
                  <a:pt x="280356" y="158157"/>
                </a:cubicBezTo>
                <a:lnTo>
                  <a:pt x="242761" y="195752"/>
                </a:lnTo>
                <a:cubicBezTo>
                  <a:pt x="227267" y="211246"/>
                  <a:pt x="206222" y="219970"/>
                  <a:pt x="184278" y="219970"/>
                </a:cubicBezTo>
                <a:cubicBezTo>
                  <a:pt x="138592" y="219970"/>
                  <a:pt x="101525" y="182956"/>
                  <a:pt x="101525" y="137217"/>
                </a:cubicBezTo>
                <a:cubicBezTo>
                  <a:pt x="101525" y="136424"/>
                  <a:pt x="101525" y="135631"/>
                  <a:pt x="101578" y="134838"/>
                </a:cubicBezTo>
                <a:cubicBezTo>
                  <a:pt x="101842" y="125478"/>
                  <a:pt x="109615" y="118128"/>
                  <a:pt x="118974" y="118393"/>
                </a:cubicBezTo>
                <a:cubicBezTo>
                  <a:pt x="128334" y="118657"/>
                  <a:pt x="135684" y="126430"/>
                  <a:pt x="135419" y="135789"/>
                </a:cubicBezTo>
                <a:cubicBezTo>
                  <a:pt x="135419" y="136265"/>
                  <a:pt x="135419" y="136741"/>
                  <a:pt x="135419" y="137164"/>
                </a:cubicBezTo>
                <a:cubicBezTo>
                  <a:pt x="135419" y="164185"/>
                  <a:pt x="157311" y="186076"/>
                  <a:pt x="184331" y="186076"/>
                </a:cubicBezTo>
                <a:cubicBezTo>
                  <a:pt x="197286" y="186076"/>
                  <a:pt x="209712" y="180947"/>
                  <a:pt x="218913" y="171746"/>
                </a:cubicBezTo>
                <a:lnTo>
                  <a:pt x="256509" y="134150"/>
                </a:lnTo>
                <a:cubicBezTo>
                  <a:pt x="265657" y="125002"/>
                  <a:pt x="270839" y="112523"/>
                  <a:pt x="270839" y="99568"/>
                </a:cubicBezTo>
                <a:cubicBezTo>
                  <a:pt x="270839" y="72548"/>
                  <a:pt x="248947" y="50657"/>
                  <a:pt x="221927" y="50657"/>
                </a:cubicBezTo>
                <a:close/>
                <a:moveTo>
                  <a:pt x="145519" y="91637"/>
                </a:moveTo>
                <a:cubicBezTo>
                  <a:pt x="144514" y="91214"/>
                  <a:pt x="143510" y="90632"/>
                  <a:pt x="142611" y="89998"/>
                </a:cubicBezTo>
                <a:cubicBezTo>
                  <a:pt x="135948" y="86560"/>
                  <a:pt x="128334" y="84604"/>
                  <a:pt x="120349" y="84604"/>
                </a:cubicBezTo>
                <a:cubicBezTo>
                  <a:pt x="107394" y="84604"/>
                  <a:pt x="94968" y="89733"/>
                  <a:pt x="85767" y="98934"/>
                </a:cubicBezTo>
                <a:lnTo>
                  <a:pt x="48171" y="136530"/>
                </a:lnTo>
                <a:cubicBezTo>
                  <a:pt x="39024" y="145678"/>
                  <a:pt x="33842" y="158157"/>
                  <a:pt x="33842" y="171112"/>
                </a:cubicBezTo>
                <a:cubicBezTo>
                  <a:pt x="33842" y="198132"/>
                  <a:pt x="55733" y="220023"/>
                  <a:pt x="82753" y="220023"/>
                </a:cubicBezTo>
                <a:cubicBezTo>
                  <a:pt x="91478" y="220023"/>
                  <a:pt x="99991" y="217697"/>
                  <a:pt x="107447" y="213361"/>
                </a:cubicBezTo>
                <a:cubicBezTo>
                  <a:pt x="115802" y="221821"/>
                  <a:pt x="125531" y="228907"/>
                  <a:pt x="136318" y="234247"/>
                </a:cubicBezTo>
                <a:cubicBezTo>
                  <a:pt x="121407" y="246885"/>
                  <a:pt x="102477" y="253918"/>
                  <a:pt x="82753" y="253918"/>
                </a:cubicBezTo>
                <a:cubicBezTo>
                  <a:pt x="37067" y="253918"/>
                  <a:pt x="0" y="216903"/>
                  <a:pt x="0" y="171164"/>
                </a:cubicBezTo>
                <a:cubicBezTo>
                  <a:pt x="0" y="149220"/>
                  <a:pt x="8725" y="128175"/>
                  <a:pt x="24218" y="112682"/>
                </a:cubicBezTo>
                <a:lnTo>
                  <a:pt x="61814" y="75086"/>
                </a:lnTo>
                <a:cubicBezTo>
                  <a:pt x="77307" y="59593"/>
                  <a:pt x="98352" y="50868"/>
                  <a:pt x="120296" y="50868"/>
                </a:cubicBezTo>
                <a:cubicBezTo>
                  <a:pt x="166088" y="50868"/>
                  <a:pt x="203050" y="88200"/>
                  <a:pt x="203050" y="133833"/>
                </a:cubicBezTo>
                <a:cubicBezTo>
                  <a:pt x="203050" y="134520"/>
                  <a:pt x="203050" y="135208"/>
                  <a:pt x="203050" y="135895"/>
                </a:cubicBezTo>
                <a:cubicBezTo>
                  <a:pt x="202838" y="145254"/>
                  <a:pt x="195065" y="152604"/>
                  <a:pt x="185706" y="152393"/>
                </a:cubicBezTo>
                <a:cubicBezTo>
                  <a:pt x="176346" y="152181"/>
                  <a:pt x="168996" y="144408"/>
                  <a:pt x="169208" y="135049"/>
                </a:cubicBezTo>
                <a:cubicBezTo>
                  <a:pt x="169208" y="134626"/>
                  <a:pt x="169208" y="134256"/>
                  <a:pt x="169208" y="133833"/>
                </a:cubicBezTo>
                <a:cubicBezTo>
                  <a:pt x="169208" y="116013"/>
                  <a:pt x="159690" y="100361"/>
                  <a:pt x="145519" y="9174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84839" y="6055390"/>
            <a:ext cx="579368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Seamless Integration: Azure SQL → Power BI → Interactive Dashboards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7730" y="220181"/>
            <a:ext cx="803014" cy="803014"/>
          </a:xfrm>
          <a:custGeom>
            <a:avLst/>
            <a:gdLst/>
            <a:ahLst/>
            <a:cxnLst/>
            <a:rect l="l" t="t" r="r" b="b"/>
            <a:pathLst>
              <a:path w="803014" h="803014">
                <a:moveTo>
                  <a:pt x="401507" y="0"/>
                </a:moveTo>
                <a:lnTo>
                  <a:pt x="401507" y="0"/>
                </a:lnTo>
                <a:cubicBezTo>
                  <a:pt x="623105" y="0"/>
                  <a:pt x="803014" y="179909"/>
                  <a:pt x="803014" y="401507"/>
                </a:cubicBezTo>
                <a:lnTo>
                  <a:pt x="803014" y="401507"/>
                </a:lnTo>
                <a:cubicBezTo>
                  <a:pt x="803014" y="623105"/>
                  <a:pt x="623105" y="803014"/>
                  <a:pt x="401507" y="803014"/>
                </a:cubicBezTo>
                <a:lnTo>
                  <a:pt x="401507" y="803014"/>
                </a:lnTo>
                <a:cubicBezTo>
                  <a:pt x="179909" y="803014"/>
                  <a:pt x="0" y="623105"/>
                  <a:pt x="0" y="401507"/>
                </a:cubicBezTo>
                <a:lnTo>
                  <a:pt x="0" y="401507"/>
                </a:lnTo>
                <a:cubicBezTo>
                  <a:pt x="0" y="179909"/>
                  <a:pt x="179909" y="0"/>
                  <a:pt x="401507" y="0"/>
                </a:cubicBez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514154" y="5574005"/>
            <a:ext cx="526708" cy="526708"/>
          </a:xfrm>
          <a:custGeom>
            <a:avLst/>
            <a:gdLst/>
            <a:ahLst/>
            <a:cxnLst/>
            <a:rect l="l" t="t" r="r" b="b"/>
            <a:pathLst>
              <a:path w="526708" h="526708">
                <a:moveTo>
                  <a:pt x="0" y="0"/>
                </a:moveTo>
                <a:lnTo>
                  <a:pt x="526708" y="0"/>
                </a:lnTo>
                <a:lnTo>
                  <a:pt x="526708" y="526708"/>
                </a:lnTo>
                <a:lnTo>
                  <a:pt x="0" y="52670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203421" y="1032340"/>
            <a:ext cx="388555" cy="388555"/>
          </a:xfrm>
          <a:custGeom>
            <a:avLst/>
            <a:gdLst/>
            <a:ahLst/>
            <a:cxnLst/>
            <a:rect l="l" t="t" r="r" b="b"/>
            <a:pathLst>
              <a:path w="388555" h="388555">
                <a:moveTo>
                  <a:pt x="0" y="0"/>
                </a:moveTo>
                <a:lnTo>
                  <a:pt x="388555" y="0"/>
                </a:lnTo>
                <a:lnTo>
                  <a:pt x="388555" y="388555"/>
                </a:lnTo>
                <a:lnTo>
                  <a:pt x="0" y="38855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453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2652" y="397190"/>
            <a:ext cx="518074" cy="518074"/>
          </a:xfrm>
          <a:custGeom>
            <a:avLst/>
            <a:gdLst/>
            <a:ahLst/>
            <a:cxnLst/>
            <a:rect l="l" t="t" r="r" b="b"/>
            <a:pathLst>
              <a:path w="518074" h="518074">
                <a:moveTo>
                  <a:pt x="0" y="0"/>
                </a:moveTo>
                <a:lnTo>
                  <a:pt x="518074" y="0"/>
                </a:lnTo>
                <a:lnTo>
                  <a:pt x="518074" y="518074"/>
                </a:lnTo>
                <a:lnTo>
                  <a:pt x="0" y="51807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4329" y="526708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97139" y="32380"/>
                </a:moveTo>
                <a:cubicBezTo>
                  <a:pt x="97139" y="23425"/>
                  <a:pt x="104374" y="16190"/>
                  <a:pt x="113329" y="16190"/>
                </a:cubicBezTo>
                <a:lnTo>
                  <a:pt x="145708" y="16190"/>
                </a:lnTo>
                <a:cubicBezTo>
                  <a:pt x="154663" y="16190"/>
                  <a:pt x="161898" y="23425"/>
                  <a:pt x="161898" y="32380"/>
                </a:cubicBezTo>
                <a:lnTo>
                  <a:pt x="161898" y="64759"/>
                </a:lnTo>
                <a:cubicBezTo>
                  <a:pt x="161898" y="73714"/>
                  <a:pt x="154663" y="80949"/>
                  <a:pt x="145708" y="80949"/>
                </a:cubicBezTo>
                <a:lnTo>
                  <a:pt x="141661" y="80949"/>
                </a:lnTo>
                <a:lnTo>
                  <a:pt x="141661" y="113329"/>
                </a:lnTo>
                <a:lnTo>
                  <a:pt x="202373" y="113329"/>
                </a:lnTo>
                <a:cubicBezTo>
                  <a:pt x="222509" y="113329"/>
                  <a:pt x="238800" y="129620"/>
                  <a:pt x="238800" y="149756"/>
                </a:cubicBezTo>
                <a:lnTo>
                  <a:pt x="238800" y="178088"/>
                </a:lnTo>
                <a:lnTo>
                  <a:pt x="242847" y="178088"/>
                </a:lnTo>
                <a:cubicBezTo>
                  <a:pt x="251802" y="178088"/>
                  <a:pt x="259037" y="185323"/>
                  <a:pt x="259037" y="194278"/>
                </a:cubicBezTo>
                <a:lnTo>
                  <a:pt x="259037" y="226657"/>
                </a:lnTo>
                <a:cubicBezTo>
                  <a:pt x="259037" y="235612"/>
                  <a:pt x="251802" y="242847"/>
                  <a:pt x="242847" y="242847"/>
                </a:cubicBezTo>
                <a:lnTo>
                  <a:pt x="210467" y="242847"/>
                </a:lnTo>
                <a:cubicBezTo>
                  <a:pt x="201512" y="242847"/>
                  <a:pt x="194278" y="235612"/>
                  <a:pt x="194278" y="226657"/>
                </a:cubicBezTo>
                <a:lnTo>
                  <a:pt x="194278" y="194278"/>
                </a:lnTo>
                <a:cubicBezTo>
                  <a:pt x="194278" y="185323"/>
                  <a:pt x="201512" y="178088"/>
                  <a:pt x="210467" y="178088"/>
                </a:cubicBezTo>
                <a:lnTo>
                  <a:pt x="214515" y="178088"/>
                </a:lnTo>
                <a:lnTo>
                  <a:pt x="214515" y="149756"/>
                </a:lnTo>
                <a:cubicBezTo>
                  <a:pt x="214515" y="143027"/>
                  <a:pt x="209101" y="137613"/>
                  <a:pt x="202373" y="137613"/>
                </a:cubicBezTo>
                <a:lnTo>
                  <a:pt x="141661" y="137613"/>
                </a:lnTo>
                <a:lnTo>
                  <a:pt x="141661" y="178088"/>
                </a:lnTo>
                <a:lnTo>
                  <a:pt x="145708" y="178088"/>
                </a:lnTo>
                <a:cubicBezTo>
                  <a:pt x="154663" y="178088"/>
                  <a:pt x="161898" y="185323"/>
                  <a:pt x="161898" y="194278"/>
                </a:cubicBezTo>
                <a:lnTo>
                  <a:pt x="161898" y="226657"/>
                </a:lnTo>
                <a:cubicBezTo>
                  <a:pt x="161898" y="235612"/>
                  <a:pt x="154663" y="242847"/>
                  <a:pt x="145708" y="242847"/>
                </a:cubicBezTo>
                <a:lnTo>
                  <a:pt x="113329" y="242847"/>
                </a:lnTo>
                <a:cubicBezTo>
                  <a:pt x="104374" y="242847"/>
                  <a:pt x="97139" y="235612"/>
                  <a:pt x="97139" y="226657"/>
                </a:cubicBezTo>
                <a:lnTo>
                  <a:pt x="97139" y="194278"/>
                </a:lnTo>
                <a:cubicBezTo>
                  <a:pt x="97139" y="185323"/>
                  <a:pt x="104374" y="178088"/>
                  <a:pt x="113329" y="178088"/>
                </a:cubicBezTo>
                <a:lnTo>
                  <a:pt x="117376" y="178088"/>
                </a:lnTo>
                <a:lnTo>
                  <a:pt x="117376" y="137613"/>
                </a:lnTo>
                <a:lnTo>
                  <a:pt x="56664" y="137613"/>
                </a:lnTo>
                <a:cubicBezTo>
                  <a:pt x="49935" y="137613"/>
                  <a:pt x="44522" y="143027"/>
                  <a:pt x="44522" y="149756"/>
                </a:cubicBezTo>
                <a:lnTo>
                  <a:pt x="44522" y="178088"/>
                </a:lnTo>
                <a:lnTo>
                  <a:pt x="48569" y="178088"/>
                </a:lnTo>
                <a:cubicBezTo>
                  <a:pt x="57524" y="178088"/>
                  <a:pt x="64759" y="185323"/>
                  <a:pt x="64759" y="194278"/>
                </a:cubicBezTo>
                <a:lnTo>
                  <a:pt x="64759" y="226657"/>
                </a:lnTo>
                <a:cubicBezTo>
                  <a:pt x="64759" y="235612"/>
                  <a:pt x="57524" y="242847"/>
                  <a:pt x="48569" y="242847"/>
                </a:cubicBezTo>
                <a:lnTo>
                  <a:pt x="16190" y="242847"/>
                </a:lnTo>
                <a:cubicBezTo>
                  <a:pt x="7235" y="242847"/>
                  <a:pt x="0" y="235612"/>
                  <a:pt x="0" y="226657"/>
                </a:cubicBezTo>
                <a:lnTo>
                  <a:pt x="0" y="194278"/>
                </a:lnTo>
                <a:cubicBezTo>
                  <a:pt x="0" y="185323"/>
                  <a:pt x="7235" y="178088"/>
                  <a:pt x="16190" y="178088"/>
                </a:cubicBezTo>
                <a:lnTo>
                  <a:pt x="20237" y="178088"/>
                </a:lnTo>
                <a:lnTo>
                  <a:pt x="20237" y="149756"/>
                </a:lnTo>
                <a:cubicBezTo>
                  <a:pt x="20237" y="129620"/>
                  <a:pt x="36528" y="113329"/>
                  <a:pt x="56664" y="113329"/>
                </a:cubicBezTo>
                <a:lnTo>
                  <a:pt x="117376" y="113329"/>
                </a:lnTo>
                <a:lnTo>
                  <a:pt x="117376" y="80949"/>
                </a:lnTo>
                <a:lnTo>
                  <a:pt x="113329" y="80949"/>
                </a:lnTo>
                <a:cubicBezTo>
                  <a:pt x="104374" y="80949"/>
                  <a:pt x="97139" y="73714"/>
                  <a:pt x="97139" y="64759"/>
                </a:cubicBezTo>
                <a:lnTo>
                  <a:pt x="97139" y="3238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6147" y="345382"/>
            <a:ext cx="3851014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kern="0" spc="54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147" y="552612"/>
            <a:ext cx="3989167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5382" y="1105224"/>
            <a:ext cx="11501235" cy="69076"/>
          </a:xfrm>
          <a:custGeom>
            <a:avLst/>
            <a:gdLst/>
            <a:ahLst/>
            <a:cxnLst/>
            <a:rect l="l" t="t" r="r" b="b"/>
            <a:pathLst>
              <a:path w="11501235" h="69076">
                <a:moveTo>
                  <a:pt x="0" y="0"/>
                </a:moveTo>
                <a:lnTo>
                  <a:pt x="11501235" y="0"/>
                </a:lnTo>
                <a:lnTo>
                  <a:pt x="11501235" y="69076"/>
                </a:lnTo>
                <a:lnTo>
                  <a:pt x="0" y="6907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2652" y="1398799"/>
            <a:ext cx="11466697" cy="2935751"/>
          </a:xfrm>
          <a:custGeom>
            <a:avLst/>
            <a:gdLst/>
            <a:ahLst/>
            <a:cxnLst/>
            <a:rect l="l" t="t" r="r" b="b"/>
            <a:pathLst>
              <a:path w="11466697" h="2935751">
                <a:moveTo>
                  <a:pt x="0" y="0"/>
                </a:moveTo>
                <a:lnTo>
                  <a:pt x="11466697" y="0"/>
                </a:lnTo>
                <a:lnTo>
                  <a:pt x="11466697" y="2935751"/>
                </a:lnTo>
                <a:lnTo>
                  <a:pt x="0" y="29357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343" y="1623297"/>
            <a:ext cx="1112131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Flow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4419" y="2124102"/>
            <a:ext cx="2219082" cy="1968680"/>
          </a:xfrm>
          <a:custGeom>
            <a:avLst/>
            <a:gdLst/>
            <a:ahLst/>
            <a:cxnLst/>
            <a:rect l="l" t="t" r="r" b="b"/>
            <a:pathLst>
              <a:path w="2219082" h="1968680">
                <a:moveTo>
                  <a:pt x="0" y="0"/>
                </a:moveTo>
                <a:lnTo>
                  <a:pt x="2219082" y="0"/>
                </a:lnTo>
                <a:lnTo>
                  <a:pt x="2219082" y="1968680"/>
                </a:lnTo>
                <a:lnTo>
                  <a:pt x="0" y="196868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51146" y="2327014"/>
            <a:ext cx="526708" cy="526708"/>
          </a:xfrm>
          <a:custGeom>
            <a:avLst/>
            <a:gdLst/>
            <a:ahLst/>
            <a:cxnLst/>
            <a:rect l="l" t="t" r="r" b="b"/>
            <a:pathLst>
              <a:path w="526708" h="526708">
                <a:moveTo>
                  <a:pt x="0" y="0"/>
                </a:moveTo>
                <a:lnTo>
                  <a:pt x="526708" y="0"/>
                </a:lnTo>
                <a:lnTo>
                  <a:pt x="526708" y="526708"/>
                </a:lnTo>
                <a:lnTo>
                  <a:pt x="0" y="5267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453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54761" y="2460850"/>
            <a:ext cx="323796" cy="259037"/>
          </a:xfrm>
          <a:custGeom>
            <a:avLst/>
            <a:gdLst/>
            <a:ahLst/>
            <a:cxnLst/>
            <a:rect l="l" t="t" r="r" b="b"/>
            <a:pathLst>
              <a:path w="323796" h="259037">
                <a:moveTo>
                  <a:pt x="161898" y="8095"/>
                </a:moveTo>
                <a:cubicBezTo>
                  <a:pt x="190938" y="8095"/>
                  <a:pt x="214515" y="31672"/>
                  <a:pt x="214515" y="60712"/>
                </a:cubicBezTo>
                <a:cubicBezTo>
                  <a:pt x="214515" y="89752"/>
                  <a:pt x="190938" y="113329"/>
                  <a:pt x="161898" y="113329"/>
                </a:cubicBezTo>
                <a:cubicBezTo>
                  <a:pt x="132858" y="113329"/>
                  <a:pt x="109281" y="89752"/>
                  <a:pt x="109281" y="60712"/>
                </a:cubicBezTo>
                <a:cubicBezTo>
                  <a:pt x="109281" y="31672"/>
                  <a:pt x="132858" y="8095"/>
                  <a:pt x="161898" y="8095"/>
                </a:cubicBezTo>
                <a:close/>
                <a:moveTo>
                  <a:pt x="48569" y="44522"/>
                </a:moveTo>
                <a:cubicBezTo>
                  <a:pt x="68674" y="44522"/>
                  <a:pt x="84996" y="60844"/>
                  <a:pt x="84996" y="80949"/>
                </a:cubicBezTo>
                <a:cubicBezTo>
                  <a:pt x="84996" y="101054"/>
                  <a:pt x="68674" y="117376"/>
                  <a:pt x="48569" y="117376"/>
                </a:cubicBezTo>
                <a:cubicBezTo>
                  <a:pt x="28465" y="117376"/>
                  <a:pt x="12142" y="101054"/>
                  <a:pt x="12142" y="80949"/>
                </a:cubicBezTo>
                <a:cubicBezTo>
                  <a:pt x="12142" y="60844"/>
                  <a:pt x="28465" y="44522"/>
                  <a:pt x="48569" y="44522"/>
                </a:cubicBezTo>
                <a:close/>
                <a:moveTo>
                  <a:pt x="0" y="210467"/>
                </a:moveTo>
                <a:cubicBezTo>
                  <a:pt x="0" y="174698"/>
                  <a:pt x="28990" y="145708"/>
                  <a:pt x="64759" y="145708"/>
                </a:cubicBezTo>
                <a:cubicBezTo>
                  <a:pt x="71235" y="145708"/>
                  <a:pt x="77509" y="146669"/>
                  <a:pt x="83428" y="148440"/>
                </a:cubicBezTo>
                <a:cubicBezTo>
                  <a:pt x="66783" y="167059"/>
                  <a:pt x="56664" y="191647"/>
                  <a:pt x="56664" y="218562"/>
                </a:cubicBezTo>
                <a:lnTo>
                  <a:pt x="56664" y="226657"/>
                </a:lnTo>
                <a:cubicBezTo>
                  <a:pt x="56664" y="232425"/>
                  <a:pt x="57879" y="237889"/>
                  <a:pt x="60054" y="242847"/>
                </a:cubicBezTo>
                <a:lnTo>
                  <a:pt x="16190" y="242847"/>
                </a:lnTo>
                <a:cubicBezTo>
                  <a:pt x="7235" y="242847"/>
                  <a:pt x="0" y="235612"/>
                  <a:pt x="0" y="226657"/>
                </a:cubicBezTo>
                <a:lnTo>
                  <a:pt x="0" y="210467"/>
                </a:lnTo>
                <a:close/>
                <a:moveTo>
                  <a:pt x="263742" y="242847"/>
                </a:moveTo>
                <a:cubicBezTo>
                  <a:pt x="265917" y="237889"/>
                  <a:pt x="267132" y="232425"/>
                  <a:pt x="267132" y="226657"/>
                </a:cubicBezTo>
                <a:lnTo>
                  <a:pt x="267132" y="218562"/>
                </a:lnTo>
                <a:cubicBezTo>
                  <a:pt x="267132" y="191647"/>
                  <a:pt x="257013" y="167059"/>
                  <a:pt x="240368" y="148440"/>
                </a:cubicBezTo>
                <a:cubicBezTo>
                  <a:pt x="246287" y="146669"/>
                  <a:pt x="252561" y="145708"/>
                  <a:pt x="259037" y="145708"/>
                </a:cubicBezTo>
                <a:cubicBezTo>
                  <a:pt x="294806" y="145708"/>
                  <a:pt x="323796" y="174698"/>
                  <a:pt x="323796" y="210467"/>
                </a:cubicBezTo>
                <a:lnTo>
                  <a:pt x="323796" y="226657"/>
                </a:lnTo>
                <a:cubicBezTo>
                  <a:pt x="323796" y="235612"/>
                  <a:pt x="316561" y="242847"/>
                  <a:pt x="307606" y="242847"/>
                </a:cubicBezTo>
                <a:lnTo>
                  <a:pt x="263742" y="242847"/>
                </a:lnTo>
                <a:close/>
                <a:moveTo>
                  <a:pt x="238800" y="80949"/>
                </a:moveTo>
                <a:cubicBezTo>
                  <a:pt x="238800" y="60844"/>
                  <a:pt x="255122" y="44522"/>
                  <a:pt x="275227" y="44522"/>
                </a:cubicBezTo>
                <a:cubicBezTo>
                  <a:pt x="295331" y="44522"/>
                  <a:pt x="311654" y="60844"/>
                  <a:pt x="311654" y="80949"/>
                </a:cubicBezTo>
                <a:cubicBezTo>
                  <a:pt x="311654" y="101054"/>
                  <a:pt x="295331" y="117376"/>
                  <a:pt x="275227" y="117376"/>
                </a:cubicBezTo>
                <a:cubicBezTo>
                  <a:pt x="255122" y="117376"/>
                  <a:pt x="238800" y="101054"/>
                  <a:pt x="238800" y="80949"/>
                </a:cubicBezTo>
                <a:close/>
                <a:moveTo>
                  <a:pt x="80949" y="218562"/>
                </a:moveTo>
                <a:cubicBezTo>
                  <a:pt x="80949" y="173838"/>
                  <a:pt x="117174" y="137613"/>
                  <a:pt x="161898" y="137613"/>
                </a:cubicBezTo>
                <a:cubicBezTo>
                  <a:pt x="206622" y="137613"/>
                  <a:pt x="242847" y="173838"/>
                  <a:pt x="242847" y="218562"/>
                </a:cubicBezTo>
                <a:lnTo>
                  <a:pt x="242847" y="226657"/>
                </a:lnTo>
                <a:cubicBezTo>
                  <a:pt x="242847" y="235612"/>
                  <a:pt x="235612" y="242847"/>
                  <a:pt x="226657" y="242847"/>
                </a:cubicBezTo>
                <a:lnTo>
                  <a:pt x="97139" y="242847"/>
                </a:lnTo>
                <a:cubicBezTo>
                  <a:pt x="88184" y="242847"/>
                  <a:pt x="80949" y="235612"/>
                  <a:pt x="80949" y="226657"/>
                </a:cubicBezTo>
                <a:lnTo>
                  <a:pt x="80949" y="218562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1207" y="2970289"/>
            <a:ext cx="19255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9841" y="3281133"/>
            <a:ext cx="1908238" cy="62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Raw academic data including marks, attendance, and student information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8926" y="2950861"/>
            <a:ext cx="310844" cy="310844"/>
          </a:xfrm>
          <a:custGeom>
            <a:avLst/>
            <a:gdLst/>
            <a:ahLst/>
            <a:cxnLst/>
            <a:rect l="l" t="t" r="r" b="b"/>
            <a:pathLst>
              <a:path w="310844" h="310844">
                <a:moveTo>
                  <a:pt x="305137" y="169143"/>
                </a:moveTo>
                <a:cubicBezTo>
                  <a:pt x="312726" y="161554"/>
                  <a:pt x="312726" y="149229"/>
                  <a:pt x="305137" y="141641"/>
                </a:cubicBezTo>
                <a:lnTo>
                  <a:pt x="207998" y="44502"/>
                </a:lnTo>
                <a:cubicBezTo>
                  <a:pt x="200410" y="36913"/>
                  <a:pt x="188085" y="36913"/>
                  <a:pt x="180496" y="44502"/>
                </a:cubicBezTo>
                <a:cubicBezTo>
                  <a:pt x="172907" y="52091"/>
                  <a:pt x="172907" y="64415"/>
                  <a:pt x="180496" y="72004"/>
                </a:cubicBezTo>
                <a:lnTo>
                  <a:pt x="244486" y="135994"/>
                </a:lnTo>
                <a:lnTo>
                  <a:pt x="19428" y="135994"/>
                </a:lnTo>
                <a:cubicBezTo>
                  <a:pt x="8682" y="135994"/>
                  <a:pt x="0" y="144676"/>
                  <a:pt x="0" y="155422"/>
                </a:cubicBezTo>
                <a:cubicBezTo>
                  <a:pt x="0" y="166168"/>
                  <a:pt x="8682" y="174850"/>
                  <a:pt x="19428" y="174850"/>
                </a:cubicBezTo>
                <a:lnTo>
                  <a:pt x="244486" y="174850"/>
                </a:lnTo>
                <a:lnTo>
                  <a:pt x="180496" y="238840"/>
                </a:lnTo>
                <a:cubicBezTo>
                  <a:pt x="172907" y="246429"/>
                  <a:pt x="172907" y="258754"/>
                  <a:pt x="180496" y="266342"/>
                </a:cubicBezTo>
                <a:cubicBezTo>
                  <a:pt x="188085" y="273931"/>
                  <a:pt x="200410" y="273931"/>
                  <a:pt x="207998" y="266342"/>
                </a:cubicBezTo>
                <a:lnTo>
                  <a:pt x="305137" y="169204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4048" y="2227717"/>
            <a:ext cx="2219082" cy="1761450"/>
          </a:xfrm>
          <a:custGeom>
            <a:avLst/>
            <a:gdLst/>
            <a:ahLst/>
            <a:cxnLst/>
            <a:rect l="l" t="t" r="r" b="b"/>
            <a:pathLst>
              <a:path w="2219082" h="1761450">
                <a:moveTo>
                  <a:pt x="0" y="0"/>
                </a:moveTo>
                <a:lnTo>
                  <a:pt x="2219082" y="0"/>
                </a:lnTo>
                <a:lnTo>
                  <a:pt x="2219082" y="1761450"/>
                </a:lnTo>
                <a:lnTo>
                  <a:pt x="0" y="1761450"/>
                </a:lnTo>
                <a:lnTo>
                  <a:pt x="0" y="0"/>
                </a:lnTo>
                <a:close/>
              </a:path>
            </a:pathLst>
          </a:custGeom>
          <a:solidFill>
            <a:srgbClr val="0089D6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70842" y="2430629"/>
            <a:ext cx="526708" cy="526708"/>
          </a:xfrm>
          <a:custGeom>
            <a:avLst/>
            <a:gdLst/>
            <a:ahLst/>
            <a:cxnLst/>
            <a:rect l="l" t="t" r="r" b="b"/>
            <a:pathLst>
              <a:path w="526708" h="526708">
                <a:moveTo>
                  <a:pt x="0" y="0"/>
                </a:moveTo>
                <a:lnTo>
                  <a:pt x="526708" y="0"/>
                </a:lnTo>
                <a:lnTo>
                  <a:pt x="526708" y="526708"/>
                </a:lnTo>
                <a:lnTo>
                  <a:pt x="0" y="5267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453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23026" y="2564465"/>
            <a:ext cx="226657" cy="259037"/>
          </a:xfrm>
          <a:custGeom>
            <a:avLst/>
            <a:gdLst/>
            <a:ahLst/>
            <a:cxnLst/>
            <a:rect l="l" t="t" r="r" b="b"/>
            <a:pathLst>
              <a:path w="226657" h="259037">
                <a:moveTo>
                  <a:pt x="226657" y="104121"/>
                </a:moveTo>
                <a:cubicBezTo>
                  <a:pt x="219169" y="109079"/>
                  <a:pt x="210569" y="113076"/>
                  <a:pt x="201614" y="116263"/>
                </a:cubicBezTo>
                <a:cubicBezTo>
                  <a:pt x="177835" y="124763"/>
                  <a:pt x="146619" y="129518"/>
                  <a:pt x="113329" y="129518"/>
                </a:cubicBezTo>
                <a:cubicBezTo>
                  <a:pt x="80038" y="129518"/>
                  <a:pt x="48772" y="124712"/>
                  <a:pt x="25044" y="116263"/>
                </a:cubicBezTo>
                <a:cubicBezTo>
                  <a:pt x="16139" y="113076"/>
                  <a:pt x="7488" y="109079"/>
                  <a:pt x="0" y="104121"/>
                </a:cubicBezTo>
                <a:lnTo>
                  <a:pt x="0" y="145708"/>
                </a:lnTo>
                <a:cubicBezTo>
                  <a:pt x="0" y="168070"/>
                  <a:pt x="50745" y="186183"/>
                  <a:pt x="113329" y="186183"/>
                </a:cubicBezTo>
                <a:cubicBezTo>
                  <a:pt x="175912" y="186183"/>
                  <a:pt x="226657" y="168070"/>
                  <a:pt x="226657" y="145708"/>
                </a:cubicBezTo>
                <a:lnTo>
                  <a:pt x="226657" y="104121"/>
                </a:lnTo>
                <a:close/>
                <a:moveTo>
                  <a:pt x="226657" y="64759"/>
                </a:moveTo>
                <a:lnTo>
                  <a:pt x="226657" y="40475"/>
                </a:lnTo>
                <a:cubicBezTo>
                  <a:pt x="226657" y="18112"/>
                  <a:pt x="175912" y="0"/>
                  <a:pt x="113329" y="0"/>
                </a:cubicBezTo>
                <a:cubicBezTo>
                  <a:pt x="50745" y="0"/>
                  <a:pt x="0" y="18112"/>
                  <a:pt x="0" y="40475"/>
                </a:cubicBezTo>
                <a:lnTo>
                  <a:pt x="0" y="64759"/>
                </a:lnTo>
                <a:cubicBezTo>
                  <a:pt x="0" y="87121"/>
                  <a:pt x="50745" y="105234"/>
                  <a:pt x="113329" y="105234"/>
                </a:cubicBezTo>
                <a:cubicBezTo>
                  <a:pt x="175912" y="105234"/>
                  <a:pt x="226657" y="87121"/>
                  <a:pt x="226657" y="64759"/>
                </a:cubicBezTo>
                <a:close/>
                <a:moveTo>
                  <a:pt x="201614" y="197212"/>
                </a:moveTo>
                <a:cubicBezTo>
                  <a:pt x="177885" y="205661"/>
                  <a:pt x="146669" y="210467"/>
                  <a:pt x="113329" y="210467"/>
                </a:cubicBezTo>
                <a:cubicBezTo>
                  <a:pt x="79988" y="210467"/>
                  <a:pt x="48772" y="205661"/>
                  <a:pt x="25044" y="197212"/>
                </a:cubicBezTo>
                <a:cubicBezTo>
                  <a:pt x="16139" y="194025"/>
                  <a:pt x="7488" y="190028"/>
                  <a:pt x="0" y="185070"/>
                </a:cubicBezTo>
                <a:lnTo>
                  <a:pt x="0" y="218562"/>
                </a:lnTo>
                <a:cubicBezTo>
                  <a:pt x="0" y="240924"/>
                  <a:pt x="50745" y="259037"/>
                  <a:pt x="113329" y="259037"/>
                </a:cubicBezTo>
                <a:cubicBezTo>
                  <a:pt x="175912" y="259037"/>
                  <a:pt x="226657" y="240924"/>
                  <a:pt x="226657" y="218562"/>
                </a:cubicBezTo>
                <a:lnTo>
                  <a:pt x="226657" y="185070"/>
                </a:lnTo>
                <a:cubicBezTo>
                  <a:pt x="219169" y="190028"/>
                  <a:pt x="210569" y="194025"/>
                  <a:pt x="201614" y="197212"/>
                </a:cubicBez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70835" y="3073904"/>
            <a:ext cx="19255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SQL Database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79470" y="3384748"/>
            <a:ext cx="1908238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Cloud storage with structured relational data management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38622" y="2950861"/>
            <a:ext cx="310844" cy="310844"/>
          </a:xfrm>
          <a:custGeom>
            <a:avLst/>
            <a:gdLst/>
            <a:ahLst/>
            <a:cxnLst/>
            <a:rect l="l" t="t" r="r" b="b"/>
            <a:pathLst>
              <a:path w="310844" h="310844">
                <a:moveTo>
                  <a:pt x="305137" y="169143"/>
                </a:moveTo>
                <a:cubicBezTo>
                  <a:pt x="312726" y="161554"/>
                  <a:pt x="312726" y="149229"/>
                  <a:pt x="305137" y="141641"/>
                </a:cubicBezTo>
                <a:lnTo>
                  <a:pt x="207998" y="44502"/>
                </a:lnTo>
                <a:cubicBezTo>
                  <a:pt x="200410" y="36913"/>
                  <a:pt x="188085" y="36913"/>
                  <a:pt x="180496" y="44502"/>
                </a:cubicBezTo>
                <a:cubicBezTo>
                  <a:pt x="172907" y="52091"/>
                  <a:pt x="172907" y="64415"/>
                  <a:pt x="180496" y="72004"/>
                </a:cubicBezTo>
                <a:lnTo>
                  <a:pt x="244486" y="135994"/>
                </a:lnTo>
                <a:lnTo>
                  <a:pt x="19428" y="135994"/>
                </a:lnTo>
                <a:cubicBezTo>
                  <a:pt x="8682" y="135994"/>
                  <a:pt x="0" y="144676"/>
                  <a:pt x="0" y="155422"/>
                </a:cubicBezTo>
                <a:cubicBezTo>
                  <a:pt x="0" y="166168"/>
                  <a:pt x="8682" y="174850"/>
                  <a:pt x="19428" y="174850"/>
                </a:cubicBezTo>
                <a:lnTo>
                  <a:pt x="244486" y="174850"/>
                </a:lnTo>
                <a:lnTo>
                  <a:pt x="180496" y="238840"/>
                </a:lnTo>
                <a:cubicBezTo>
                  <a:pt x="172907" y="246429"/>
                  <a:pt x="172907" y="258754"/>
                  <a:pt x="180496" y="266342"/>
                </a:cubicBezTo>
                <a:cubicBezTo>
                  <a:pt x="188085" y="273931"/>
                  <a:pt x="200410" y="273931"/>
                  <a:pt x="207998" y="266342"/>
                </a:cubicBezTo>
                <a:lnTo>
                  <a:pt x="305137" y="169204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3743" y="2124102"/>
            <a:ext cx="2219082" cy="1968680"/>
          </a:xfrm>
          <a:custGeom>
            <a:avLst/>
            <a:gdLst/>
            <a:ahLst/>
            <a:cxnLst/>
            <a:rect l="l" t="t" r="r" b="b"/>
            <a:pathLst>
              <a:path w="2219082" h="1968680">
                <a:moveTo>
                  <a:pt x="0" y="0"/>
                </a:moveTo>
                <a:lnTo>
                  <a:pt x="2219082" y="0"/>
                </a:lnTo>
                <a:lnTo>
                  <a:pt x="2219082" y="1968680"/>
                </a:lnTo>
                <a:lnTo>
                  <a:pt x="0" y="1968680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90538" y="2327014"/>
            <a:ext cx="526708" cy="526708"/>
          </a:xfrm>
          <a:custGeom>
            <a:avLst/>
            <a:gdLst/>
            <a:ahLst/>
            <a:cxnLst/>
            <a:rect l="l" t="t" r="r" b="b"/>
            <a:pathLst>
              <a:path w="526708" h="526708">
                <a:moveTo>
                  <a:pt x="0" y="0"/>
                </a:moveTo>
                <a:lnTo>
                  <a:pt x="526708" y="0"/>
                </a:lnTo>
                <a:lnTo>
                  <a:pt x="526708" y="526708"/>
                </a:lnTo>
                <a:lnTo>
                  <a:pt x="0" y="5267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453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26532" y="2460850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32380" y="16190"/>
                </a:moveTo>
                <a:cubicBezTo>
                  <a:pt x="14520" y="16190"/>
                  <a:pt x="0" y="30710"/>
                  <a:pt x="0" y="48569"/>
                </a:cubicBezTo>
                <a:lnTo>
                  <a:pt x="0" y="178088"/>
                </a:lnTo>
                <a:cubicBezTo>
                  <a:pt x="0" y="195947"/>
                  <a:pt x="14520" y="210467"/>
                  <a:pt x="32380" y="210467"/>
                </a:cubicBezTo>
                <a:lnTo>
                  <a:pt x="105234" y="210467"/>
                </a:lnTo>
                <a:lnTo>
                  <a:pt x="97139" y="234752"/>
                </a:lnTo>
                <a:lnTo>
                  <a:pt x="60712" y="234752"/>
                </a:lnTo>
                <a:cubicBezTo>
                  <a:pt x="53983" y="234752"/>
                  <a:pt x="48569" y="240166"/>
                  <a:pt x="48569" y="246894"/>
                </a:cubicBezTo>
                <a:cubicBezTo>
                  <a:pt x="48569" y="253623"/>
                  <a:pt x="53983" y="259037"/>
                  <a:pt x="60712" y="259037"/>
                </a:cubicBezTo>
                <a:lnTo>
                  <a:pt x="198325" y="259037"/>
                </a:lnTo>
                <a:cubicBezTo>
                  <a:pt x="205054" y="259037"/>
                  <a:pt x="210467" y="253623"/>
                  <a:pt x="210467" y="246894"/>
                </a:cubicBezTo>
                <a:cubicBezTo>
                  <a:pt x="210467" y="240166"/>
                  <a:pt x="205054" y="234752"/>
                  <a:pt x="198325" y="234752"/>
                </a:cubicBezTo>
                <a:lnTo>
                  <a:pt x="161898" y="234752"/>
                </a:lnTo>
                <a:lnTo>
                  <a:pt x="153803" y="210467"/>
                </a:lnTo>
                <a:lnTo>
                  <a:pt x="226657" y="210467"/>
                </a:lnTo>
                <a:cubicBezTo>
                  <a:pt x="244517" y="210467"/>
                  <a:pt x="259037" y="195947"/>
                  <a:pt x="259037" y="178088"/>
                </a:cubicBezTo>
                <a:lnTo>
                  <a:pt x="259037" y="48569"/>
                </a:lnTo>
                <a:cubicBezTo>
                  <a:pt x="259037" y="30710"/>
                  <a:pt x="244517" y="16190"/>
                  <a:pt x="226657" y="16190"/>
                </a:cubicBezTo>
                <a:lnTo>
                  <a:pt x="32380" y="16190"/>
                </a:lnTo>
                <a:close/>
                <a:moveTo>
                  <a:pt x="48569" y="48569"/>
                </a:moveTo>
                <a:lnTo>
                  <a:pt x="210467" y="48569"/>
                </a:lnTo>
                <a:cubicBezTo>
                  <a:pt x="219422" y="48569"/>
                  <a:pt x="226657" y="55804"/>
                  <a:pt x="226657" y="64759"/>
                </a:cubicBezTo>
                <a:lnTo>
                  <a:pt x="226657" y="145708"/>
                </a:lnTo>
                <a:cubicBezTo>
                  <a:pt x="226657" y="154663"/>
                  <a:pt x="219422" y="161898"/>
                  <a:pt x="210467" y="161898"/>
                </a:cubicBezTo>
                <a:lnTo>
                  <a:pt x="48569" y="161898"/>
                </a:lnTo>
                <a:cubicBezTo>
                  <a:pt x="39614" y="161898"/>
                  <a:pt x="32380" y="154663"/>
                  <a:pt x="32380" y="145708"/>
                </a:cubicBezTo>
                <a:lnTo>
                  <a:pt x="32380" y="64759"/>
                </a:lnTo>
                <a:cubicBezTo>
                  <a:pt x="32380" y="55804"/>
                  <a:pt x="39614" y="48569"/>
                  <a:pt x="48569" y="48569"/>
                </a:cubicBezTo>
                <a:close/>
              </a:path>
            </a:pathLst>
          </a:cu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90531" y="2970289"/>
            <a:ext cx="19255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99166" y="3281133"/>
            <a:ext cx="1908238" cy="62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connection, transformation, and visualization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58317" y="2950861"/>
            <a:ext cx="310844" cy="310844"/>
          </a:xfrm>
          <a:custGeom>
            <a:avLst/>
            <a:gdLst/>
            <a:ahLst/>
            <a:cxnLst/>
            <a:rect l="l" t="t" r="r" b="b"/>
            <a:pathLst>
              <a:path w="310844" h="310844">
                <a:moveTo>
                  <a:pt x="305137" y="169143"/>
                </a:moveTo>
                <a:cubicBezTo>
                  <a:pt x="312726" y="161554"/>
                  <a:pt x="312726" y="149229"/>
                  <a:pt x="305137" y="141641"/>
                </a:cubicBezTo>
                <a:lnTo>
                  <a:pt x="207998" y="44502"/>
                </a:lnTo>
                <a:cubicBezTo>
                  <a:pt x="200410" y="36913"/>
                  <a:pt x="188085" y="36913"/>
                  <a:pt x="180496" y="44502"/>
                </a:cubicBezTo>
                <a:cubicBezTo>
                  <a:pt x="172907" y="52091"/>
                  <a:pt x="172907" y="64415"/>
                  <a:pt x="180496" y="72004"/>
                </a:cubicBezTo>
                <a:lnTo>
                  <a:pt x="244486" y="135994"/>
                </a:lnTo>
                <a:lnTo>
                  <a:pt x="19428" y="135994"/>
                </a:lnTo>
                <a:cubicBezTo>
                  <a:pt x="8682" y="135994"/>
                  <a:pt x="0" y="144676"/>
                  <a:pt x="0" y="155422"/>
                </a:cubicBezTo>
                <a:cubicBezTo>
                  <a:pt x="0" y="166168"/>
                  <a:pt x="8682" y="174850"/>
                  <a:pt x="19428" y="174850"/>
                </a:cubicBezTo>
                <a:lnTo>
                  <a:pt x="244486" y="174850"/>
                </a:lnTo>
                <a:lnTo>
                  <a:pt x="180496" y="238840"/>
                </a:lnTo>
                <a:cubicBezTo>
                  <a:pt x="172907" y="246429"/>
                  <a:pt x="172907" y="258754"/>
                  <a:pt x="180496" y="266342"/>
                </a:cubicBezTo>
                <a:cubicBezTo>
                  <a:pt x="188085" y="273931"/>
                  <a:pt x="200410" y="273931"/>
                  <a:pt x="207998" y="266342"/>
                </a:cubicBezTo>
                <a:lnTo>
                  <a:pt x="305137" y="169204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363439" y="2227717"/>
            <a:ext cx="2219082" cy="1761450"/>
          </a:xfrm>
          <a:custGeom>
            <a:avLst/>
            <a:gdLst/>
            <a:ahLst/>
            <a:cxnLst/>
            <a:rect l="l" t="t" r="r" b="b"/>
            <a:pathLst>
              <a:path w="2219082" h="1761450">
                <a:moveTo>
                  <a:pt x="0" y="0"/>
                </a:moveTo>
                <a:lnTo>
                  <a:pt x="2219082" y="0"/>
                </a:lnTo>
                <a:lnTo>
                  <a:pt x="2219082" y="1761450"/>
                </a:lnTo>
                <a:lnTo>
                  <a:pt x="0" y="17614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210233" y="2430629"/>
            <a:ext cx="526708" cy="526708"/>
          </a:xfrm>
          <a:custGeom>
            <a:avLst/>
            <a:gdLst/>
            <a:ahLst/>
            <a:cxnLst/>
            <a:rect l="l" t="t" r="r" b="b"/>
            <a:pathLst>
              <a:path w="526708" h="526708">
                <a:moveTo>
                  <a:pt x="0" y="0"/>
                </a:moveTo>
                <a:lnTo>
                  <a:pt x="526708" y="0"/>
                </a:lnTo>
                <a:lnTo>
                  <a:pt x="526708" y="526708"/>
                </a:lnTo>
                <a:lnTo>
                  <a:pt x="0" y="5267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4538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46228" y="2564465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32380" y="32380"/>
                </a:moveTo>
                <a:cubicBezTo>
                  <a:pt x="32380" y="23425"/>
                  <a:pt x="25145" y="16190"/>
                  <a:pt x="16190" y="16190"/>
                </a:cubicBezTo>
                <a:cubicBezTo>
                  <a:pt x="7235" y="16190"/>
                  <a:pt x="0" y="23425"/>
                  <a:pt x="0" y="32380"/>
                </a:cubicBezTo>
                <a:lnTo>
                  <a:pt x="0" y="202373"/>
                </a:lnTo>
                <a:cubicBezTo>
                  <a:pt x="0" y="224735"/>
                  <a:pt x="18112" y="242847"/>
                  <a:pt x="40475" y="242847"/>
                </a:cubicBezTo>
                <a:lnTo>
                  <a:pt x="242847" y="242847"/>
                </a:lnTo>
                <a:cubicBezTo>
                  <a:pt x="251802" y="242847"/>
                  <a:pt x="259037" y="235612"/>
                  <a:pt x="259037" y="226657"/>
                </a:cubicBezTo>
                <a:cubicBezTo>
                  <a:pt x="259037" y="217702"/>
                  <a:pt x="251802" y="210467"/>
                  <a:pt x="242847" y="210467"/>
                </a:cubicBezTo>
                <a:lnTo>
                  <a:pt x="40475" y="210467"/>
                </a:lnTo>
                <a:cubicBezTo>
                  <a:pt x="36022" y="210467"/>
                  <a:pt x="32380" y="206825"/>
                  <a:pt x="32380" y="202373"/>
                </a:cubicBezTo>
                <a:lnTo>
                  <a:pt x="32380" y="32380"/>
                </a:lnTo>
                <a:close/>
                <a:moveTo>
                  <a:pt x="238091" y="76193"/>
                </a:moveTo>
                <a:cubicBezTo>
                  <a:pt x="244415" y="69869"/>
                  <a:pt x="244415" y="59599"/>
                  <a:pt x="238091" y="53275"/>
                </a:cubicBezTo>
                <a:cubicBezTo>
                  <a:pt x="231767" y="46950"/>
                  <a:pt x="221497" y="46950"/>
                  <a:pt x="215173" y="53275"/>
                </a:cubicBezTo>
                <a:lnTo>
                  <a:pt x="161898" y="106600"/>
                </a:lnTo>
                <a:lnTo>
                  <a:pt x="132858" y="77610"/>
                </a:lnTo>
                <a:cubicBezTo>
                  <a:pt x="126533" y="71286"/>
                  <a:pt x="116263" y="71286"/>
                  <a:pt x="109939" y="77610"/>
                </a:cubicBezTo>
                <a:lnTo>
                  <a:pt x="61369" y="126179"/>
                </a:lnTo>
                <a:cubicBezTo>
                  <a:pt x="55045" y="132503"/>
                  <a:pt x="55045" y="142774"/>
                  <a:pt x="61369" y="149098"/>
                </a:cubicBezTo>
                <a:cubicBezTo>
                  <a:pt x="67694" y="155422"/>
                  <a:pt x="77964" y="155422"/>
                  <a:pt x="84288" y="149098"/>
                </a:cubicBezTo>
                <a:lnTo>
                  <a:pt x="121424" y="111963"/>
                </a:lnTo>
                <a:lnTo>
                  <a:pt x="150464" y="141003"/>
                </a:lnTo>
                <a:cubicBezTo>
                  <a:pt x="156788" y="147327"/>
                  <a:pt x="167059" y="147327"/>
                  <a:pt x="173383" y="141003"/>
                </a:cubicBezTo>
                <a:lnTo>
                  <a:pt x="238142" y="76244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510227" y="3073904"/>
            <a:ext cx="19255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18861" y="3384748"/>
            <a:ext cx="1908238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 analytics with KPIs and insights for decision-making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2652" y="4541779"/>
            <a:ext cx="2737156" cy="1018878"/>
          </a:xfrm>
          <a:custGeom>
            <a:avLst/>
            <a:gdLst/>
            <a:ahLst/>
            <a:cxnLst/>
            <a:rect l="l" t="t" r="r" b="b"/>
            <a:pathLst>
              <a:path w="2737156" h="1018878">
                <a:moveTo>
                  <a:pt x="0" y="0"/>
                </a:moveTo>
                <a:lnTo>
                  <a:pt x="2737156" y="0"/>
                </a:lnTo>
                <a:lnTo>
                  <a:pt x="2737156" y="1018878"/>
                </a:lnTo>
                <a:lnTo>
                  <a:pt x="0" y="1018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03330" y="4697201"/>
            <a:ext cx="259037" cy="259037"/>
          </a:xfrm>
          <a:custGeom>
            <a:avLst/>
            <a:gdLst/>
            <a:ahLst/>
            <a:cxnLst/>
            <a:rect l="l" t="t" r="r" b="b"/>
            <a:pathLst>
              <a:path w="259037" h="259037">
                <a:moveTo>
                  <a:pt x="117629" y="2631"/>
                </a:moveTo>
                <a:cubicBezTo>
                  <a:pt x="125167" y="-860"/>
                  <a:pt x="133869" y="-860"/>
                  <a:pt x="141408" y="2631"/>
                </a:cubicBezTo>
                <a:lnTo>
                  <a:pt x="252004" y="53730"/>
                </a:lnTo>
                <a:cubicBezTo>
                  <a:pt x="256305" y="55703"/>
                  <a:pt x="259037" y="60003"/>
                  <a:pt x="259037" y="64759"/>
                </a:cubicBezTo>
                <a:cubicBezTo>
                  <a:pt x="259037" y="69515"/>
                  <a:pt x="256305" y="73815"/>
                  <a:pt x="252004" y="75789"/>
                </a:cubicBezTo>
                <a:lnTo>
                  <a:pt x="141408" y="126888"/>
                </a:lnTo>
                <a:cubicBezTo>
                  <a:pt x="133869" y="130378"/>
                  <a:pt x="125167" y="130378"/>
                  <a:pt x="117629" y="126888"/>
                </a:cubicBezTo>
                <a:lnTo>
                  <a:pt x="7032" y="75789"/>
                </a:lnTo>
                <a:cubicBezTo>
                  <a:pt x="2732" y="73765"/>
                  <a:pt x="0" y="69464"/>
                  <a:pt x="0" y="64759"/>
                </a:cubicBezTo>
                <a:cubicBezTo>
                  <a:pt x="0" y="60054"/>
                  <a:pt x="2732" y="55703"/>
                  <a:pt x="7032" y="53730"/>
                </a:cubicBezTo>
                <a:lnTo>
                  <a:pt x="117629" y="2631"/>
                </a:lnTo>
                <a:close/>
                <a:moveTo>
                  <a:pt x="24335" y="110495"/>
                </a:moveTo>
                <a:lnTo>
                  <a:pt x="107460" y="148896"/>
                </a:lnTo>
                <a:cubicBezTo>
                  <a:pt x="121474" y="155372"/>
                  <a:pt x="137613" y="155372"/>
                  <a:pt x="151628" y="148896"/>
                </a:cubicBezTo>
                <a:lnTo>
                  <a:pt x="234752" y="110495"/>
                </a:lnTo>
                <a:lnTo>
                  <a:pt x="252004" y="118489"/>
                </a:lnTo>
                <a:cubicBezTo>
                  <a:pt x="256305" y="120462"/>
                  <a:pt x="259037" y="124763"/>
                  <a:pt x="259037" y="129518"/>
                </a:cubicBezTo>
                <a:cubicBezTo>
                  <a:pt x="259037" y="134274"/>
                  <a:pt x="256305" y="138575"/>
                  <a:pt x="252004" y="140548"/>
                </a:cubicBezTo>
                <a:lnTo>
                  <a:pt x="141408" y="191647"/>
                </a:lnTo>
                <a:cubicBezTo>
                  <a:pt x="133869" y="195138"/>
                  <a:pt x="125167" y="195138"/>
                  <a:pt x="117629" y="191647"/>
                </a:cubicBezTo>
                <a:lnTo>
                  <a:pt x="7032" y="140548"/>
                </a:lnTo>
                <a:cubicBezTo>
                  <a:pt x="2732" y="138524"/>
                  <a:pt x="0" y="134224"/>
                  <a:pt x="0" y="129518"/>
                </a:cubicBezTo>
                <a:cubicBezTo>
                  <a:pt x="0" y="124813"/>
                  <a:pt x="2732" y="120462"/>
                  <a:pt x="7032" y="118489"/>
                </a:cubicBezTo>
                <a:lnTo>
                  <a:pt x="24285" y="110495"/>
                </a:lnTo>
                <a:close/>
                <a:moveTo>
                  <a:pt x="7032" y="183248"/>
                </a:moveTo>
                <a:lnTo>
                  <a:pt x="24285" y="175255"/>
                </a:lnTo>
                <a:lnTo>
                  <a:pt x="107409" y="213655"/>
                </a:lnTo>
                <a:cubicBezTo>
                  <a:pt x="121424" y="220131"/>
                  <a:pt x="137563" y="220131"/>
                  <a:pt x="151577" y="213655"/>
                </a:cubicBezTo>
                <a:lnTo>
                  <a:pt x="234702" y="175255"/>
                </a:lnTo>
                <a:lnTo>
                  <a:pt x="251954" y="183248"/>
                </a:lnTo>
                <a:cubicBezTo>
                  <a:pt x="256254" y="185221"/>
                  <a:pt x="258986" y="189522"/>
                  <a:pt x="258986" y="194278"/>
                </a:cubicBezTo>
                <a:cubicBezTo>
                  <a:pt x="258986" y="199033"/>
                  <a:pt x="256254" y="203334"/>
                  <a:pt x="251954" y="205307"/>
                </a:cubicBezTo>
                <a:lnTo>
                  <a:pt x="141357" y="256406"/>
                </a:lnTo>
                <a:cubicBezTo>
                  <a:pt x="133819" y="259897"/>
                  <a:pt x="125117" y="259897"/>
                  <a:pt x="117578" y="256406"/>
                </a:cubicBezTo>
                <a:lnTo>
                  <a:pt x="7032" y="205307"/>
                </a:lnTo>
                <a:cubicBezTo>
                  <a:pt x="2732" y="203283"/>
                  <a:pt x="0" y="198983"/>
                  <a:pt x="0" y="194278"/>
                </a:cubicBezTo>
                <a:cubicBezTo>
                  <a:pt x="0" y="189572"/>
                  <a:pt x="2732" y="185221"/>
                  <a:pt x="7032" y="18324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3535" y="5025314"/>
            <a:ext cx="24953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7853" y="5232544"/>
            <a:ext cx="248675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Source Data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71487" y="4541779"/>
            <a:ext cx="2737156" cy="1018878"/>
          </a:xfrm>
          <a:custGeom>
            <a:avLst/>
            <a:gdLst/>
            <a:ahLst/>
            <a:cxnLst/>
            <a:rect l="l" t="t" r="r" b="b"/>
            <a:pathLst>
              <a:path w="2737156" h="1018878">
                <a:moveTo>
                  <a:pt x="0" y="0"/>
                </a:moveTo>
                <a:lnTo>
                  <a:pt x="2737156" y="0"/>
                </a:lnTo>
                <a:lnTo>
                  <a:pt x="2737156" y="1018878"/>
                </a:lnTo>
                <a:lnTo>
                  <a:pt x="0" y="1018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96043" y="4697201"/>
            <a:ext cx="291416" cy="259037"/>
          </a:xfrm>
          <a:custGeom>
            <a:avLst/>
            <a:gdLst/>
            <a:ahLst/>
            <a:cxnLst/>
            <a:rect l="l" t="t" r="r" b="b"/>
            <a:pathLst>
              <a:path w="291416" h="259037">
                <a:moveTo>
                  <a:pt x="0" y="169993"/>
                </a:moveTo>
                <a:cubicBezTo>
                  <a:pt x="0" y="210214"/>
                  <a:pt x="32633" y="242847"/>
                  <a:pt x="72854" y="242847"/>
                </a:cubicBezTo>
                <a:lnTo>
                  <a:pt x="226657" y="242847"/>
                </a:lnTo>
                <a:cubicBezTo>
                  <a:pt x="262427" y="242847"/>
                  <a:pt x="291416" y="213857"/>
                  <a:pt x="291416" y="178088"/>
                </a:cubicBezTo>
                <a:cubicBezTo>
                  <a:pt x="291416" y="151982"/>
                  <a:pt x="275986" y="129468"/>
                  <a:pt x="253725" y="119248"/>
                </a:cubicBezTo>
                <a:cubicBezTo>
                  <a:pt x="257114" y="112620"/>
                  <a:pt x="259037" y="105082"/>
                  <a:pt x="259037" y="97139"/>
                </a:cubicBezTo>
                <a:cubicBezTo>
                  <a:pt x="259037" y="70324"/>
                  <a:pt x="237282" y="48569"/>
                  <a:pt x="210467" y="48569"/>
                </a:cubicBezTo>
                <a:cubicBezTo>
                  <a:pt x="201512" y="48569"/>
                  <a:pt x="193165" y="50998"/>
                  <a:pt x="185980" y="55197"/>
                </a:cubicBezTo>
                <a:cubicBezTo>
                  <a:pt x="173787" y="32025"/>
                  <a:pt x="149452" y="16190"/>
                  <a:pt x="121424" y="16190"/>
                </a:cubicBezTo>
                <a:cubicBezTo>
                  <a:pt x="81202" y="16190"/>
                  <a:pt x="48569" y="48822"/>
                  <a:pt x="48569" y="89044"/>
                </a:cubicBezTo>
                <a:cubicBezTo>
                  <a:pt x="48569" y="93091"/>
                  <a:pt x="48924" y="97088"/>
                  <a:pt x="49531" y="100933"/>
                </a:cubicBezTo>
                <a:cubicBezTo>
                  <a:pt x="20743" y="110647"/>
                  <a:pt x="0" y="137917"/>
                  <a:pt x="0" y="169993"/>
                </a:cubicBezTo>
                <a:close/>
              </a:path>
            </a:pathLst>
          </a:custGeom>
          <a:solidFill>
            <a:srgbClr val="008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92371" y="5025314"/>
            <a:ext cx="24953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Storage Layer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96688" y="5232544"/>
            <a:ext cx="248675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Cloud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389" y="4541779"/>
            <a:ext cx="2737156" cy="1018878"/>
          </a:xfrm>
          <a:custGeom>
            <a:avLst/>
            <a:gdLst/>
            <a:ahLst/>
            <a:cxnLst/>
            <a:rect l="l" t="t" r="r" b="b"/>
            <a:pathLst>
              <a:path w="2737156" h="1018878">
                <a:moveTo>
                  <a:pt x="0" y="0"/>
                </a:moveTo>
                <a:lnTo>
                  <a:pt x="2737156" y="0"/>
                </a:lnTo>
                <a:lnTo>
                  <a:pt x="2737156" y="1018878"/>
                </a:lnTo>
                <a:lnTo>
                  <a:pt x="0" y="1018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88756" y="4697201"/>
            <a:ext cx="323796" cy="259037"/>
          </a:xfrm>
          <a:custGeom>
            <a:avLst/>
            <a:gdLst/>
            <a:ahLst/>
            <a:cxnLst/>
            <a:rect l="l" t="t" r="r" b="b"/>
            <a:pathLst>
              <a:path w="323796" h="259037">
                <a:moveTo>
                  <a:pt x="210417" y="106499"/>
                </a:moveTo>
                <a:cubicBezTo>
                  <a:pt x="216589" y="104829"/>
                  <a:pt x="223065" y="107763"/>
                  <a:pt x="225848" y="113480"/>
                </a:cubicBezTo>
                <a:lnTo>
                  <a:pt x="235258" y="132503"/>
                </a:lnTo>
                <a:cubicBezTo>
                  <a:pt x="240469" y="133212"/>
                  <a:pt x="245579" y="134628"/>
                  <a:pt x="250385" y="136601"/>
                </a:cubicBezTo>
                <a:lnTo>
                  <a:pt x="268093" y="124813"/>
                </a:lnTo>
                <a:cubicBezTo>
                  <a:pt x="273405" y="121272"/>
                  <a:pt x="280438" y="121980"/>
                  <a:pt x="284941" y="126483"/>
                </a:cubicBezTo>
                <a:lnTo>
                  <a:pt x="294654" y="136197"/>
                </a:lnTo>
                <a:cubicBezTo>
                  <a:pt x="299157" y="140699"/>
                  <a:pt x="299865" y="147783"/>
                  <a:pt x="296324" y="153044"/>
                </a:cubicBezTo>
                <a:lnTo>
                  <a:pt x="284536" y="170701"/>
                </a:lnTo>
                <a:cubicBezTo>
                  <a:pt x="285497" y="173079"/>
                  <a:pt x="286357" y="175558"/>
                  <a:pt x="287065" y="178138"/>
                </a:cubicBezTo>
                <a:cubicBezTo>
                  <a:pt x="287774" y="180719"/>
                  <a:pt x="288229" y="183248"/>
                  <a:pt x="288583" y="185829"/>
                </a:cubicBezTo>
                <a:lnTo>
                  <a:pt x="307657" y="195239"/>
                </a:lnTo>
                <a:cubicBezTo>
                  <a:pt x="313374" y="198072"/>
                  <a:pt x="316308" y="204548"/>
                  <a:pt x="314639" y="210670"/>
                </a:cubicBezTo>
                <a:lnTo>
                  <a:pt x="311097" y="223925"/>
                </a:lnTo>
                <a:cubicBezTo>
                  <a:pt x="309428" y="230047"/>
                  <a:pt x="303711" y="234196"/>
                  <a:pt x="297336" y="233791"/>
                </a:cubicBezTo>
                <a:lnTo>
                  <a:pt x="276087" y="232425"/>
                </a:lnTo>
                <a:cubicBezTo>
                  <a:pt x="272899" y="236523"/>
                  <a:pt x="269206" y="240317"/>
                  <a:pt x="265007" y="243555"/>
                </a:cubicBezTo>
                <a:lnTo>
                  <a:pt x="266373" y="264754"/>
                </a:lnTo>
                <a:cubicBezTo>
                  <a:pt x="266778" y="271129"/>
                  <a:pt x="262629" y="276896"/>
                  <a:pt x="256507" y="278515"/>
                </a:cubicBezTo>
                <a:lnTo>
                  <a:pt x="243252" y="282057"/>
                </a:lnTo>
                <a:cubicBezTo>
                  <a:pt x="237079" y="283726"/>
                  <a:pt x="230654" y="280792"/>
                  <a:pt x="227821" y="275075"/>
                </a:cubicBezTo>
                <a:lnTo>
                  <a:pt x="218411" y="256052"/>
                </a:lnTo>
                <a:cubicBezTo>
                  <a:pt x="213199" y="255344"/>
                  <a:pt x="208090" y="253927"/>
                  <a:pt x="203283" y="251954"/>
                </a:cubicBezTo>
                <a:lnTo>
                  <a:pt x="185576" y="263742"/>
                </a:lnTo>
                <a:cubicBezTo>
                  <a:pt x="180263" y="267284"/>
                  <a:pt x="173231" y="266575"/>
                  <a:pt x="168728" y="262072"/>
                </a:cubicBezTo>
                <a:lnTo>
                  <a:pt x="159014" y="252359"/>
                </a:lnTo>
                <a:cubicBezTo>
                  <a:pt x="154511" y="247856"/>
                  <a:pt x="153803" y="240823"/>
                  <a:pt x="157345" y="235511"/>
                </a:cubicBezTo>
                <a:lnTo>
                  <a:pt x="169133" y="217803"/>
                </a:lnTo>
                <a:cubicBezTo>
                  <a:pt x="168172" y="215426"/>
                  <a:pt x="167311" y="212946"/>
                  <a:pt x="166603" y="210366"/>
                </a:cubicBezTo>
                <a:cubicBezTo>
                  <a:pt x="165895" y="207786"/>
                  <a:pt x="165440" y="205206"/>
                  <a:pt x="165085" y="202676"/>
                </a:cubicBezTo>
                <a:lnTo>
                  <a:pt x="146012" y="193266"/>
                </a:lnTo>
                <a:cubicBezTo>
                  <a:pt x="140295" y="190433"/>
                  <a:pt x="137411" y="183957"/>
                  <a:pt x="139030" y="177835"/>
                </a:cubicBezTo>
                <a:lnTo>
                  <a:pt x="142571" y="164579"/>
                </a:lnTo>
                <a:cubicBezTo>
                  <a:pt x="144241" y="158458"/>
                  <a:pt x="149958" y="154309"/>
                  <a:pt x="156333" y="154714"/>
                </a:cubicBezTo>
                <a:lnTo>
                  <a:pt x="177531" y="156080"/>
                </a:lnTo>
                <a:cubicBezTo>
                  <a:pt x="180719" y="151982"/>
                  <a:pt x="184412" y="148187"/>
                  <a:pt x="188611" y="144949"/>
                </a:cubicBezTo>
                <a:lnTo>
                  <a:pt x="187245" y="123801"/>
                </a:lnTo>
                <a:cubicBezTo>
                  <a:pt x="186840" y="117427"/>
                  <a:pt x="190989" y="111659"/>
                  <a:pt x="197111" y="110040"/>
                </a:cubicBezTo>
                <a:lnTo>
                  <a:pt x="210366" y="106499"/>
                </a:lnTo>
                <a:close/>
                <a:moveTo>
                  <a:pt x="226860" y="172017"/>
                </a:moveTo>
                <a:cubicBezTo>
                  <a:pt x="214573" y="172031"/>
                  <a:pt x="204610" y="182017"/>
                  <a:pt x="204624" y="194303"/>
                </a:cubicBezTo>
                <a:cubicBezTo>
                  <a:pt x="204638" y="206589"/>
                  <a:pt x="214624" y="216553"/>
                  <a:pt x="226910" y="216539"/>
                </a:cubicBezTo>
                <a:cubicBezTo>
                  <a:pt x="239196" y="216525"/>
                  <a:pt x="249160" y="206538"/>
                  <a:pt x="249146" y="194252"/>
                </a:cubicBezTo>
                <a:cubicBezTo>
                  <a:pt x="249132" y="181966"/>
                  <a:pt x="239146" y="172003"/>
                  <a:pt x="226860" y="172017"/>
                </a:cubicBezTo>
                <a:close/>
                <a:moveTo>
                  <a:pt x="113784" y="-23020"/>
                </a:moveTo>
                <a:lnTo>
                  <a:pt x="127039" y="-19478"/>
                </a:lnTo>
                <a:cubicBezTo>
                  <a:pt x="133161" y="-17809"/>
                  <a:pt x="137310" y="-12041"/>
                  <a:pt x="136905" y="-5717"/>
                </a:cubicBezTo>
                <a:lnTo>
                  <a:pt x="135539" y="15431"/>
                </a:lnTo>
                <a:cubicBezTo>
                  <a:pt x="139738" y="18669"/>
                  <a:pt x="143432" y="22413"/>
                  <a:pt x="146619" y="26561"/>
                </a:cubicBezTo>
                <a:lnTo>
                  <a:pt x="167868" y="25195"/>
                </a:lnTo>
                <a:cubicBezTo>
                  <a:pt x="174192" y="24791"/>
                  <a:pt x="179960" y="28939"/>
                  <a:pt x="181629" y="35061"/>
                </a:cubicBezTo>
                <a:lnTo>
                  <a:pt x="185171" y="48316"/>
                </a:lnTo>
                <a:cubicBezTo>
                  <a:pt x="186790" y="54438"/>
                  <a:pt x="183906" y="60914"/>
                  <a:pt x="178189" y="63747"/>
                </a:cubicBezTo>
                <a:lnTo>
                  <a:pt x="159115" y="73158"/>
                </a:lnTo>
                <a:cubicBezTo>
                  <a:pt x="158761" y="75738"/>
                  <a:pt x="158255" y="78318"/>
                  <a:pt x="157598" y="80848"/>
                </a:cubicBezTo>
                <a:cubicBezTo>
                  <a:pt x="156940" y="83377"/>
                  <a:pt x="156029" y="85907"/>
                  <a:pt x="155068" y="88285"/>
                </a:cubicBezTo>
                <a:lnTo>
                  <a:pt x="166856" y="105993"/>
                </a:lnTo>
                <a:cubicBezTo>
                  <a:pt x="170398" y="111305"/>
                  <a:pt x="169689" y="118337"/>
                  <a:pt x="165187" y="122840"/>
                </a:cubicBezTo>
                <a:lnTo>
                  <a:pt x="155473" y="132554"/>
                </a:lnTo>
                <a:cubicBezTo>
                  <a:pt x="150970" y="137057"/>
                  <a:pt x="143937" y="137765"/>
                  <a:pt x="138625" y="134224"/>
                </a:cubicBezTo>
                <a:lnTo>
                  <a:pt x="120918" y="122435"/>
                </a:lnTo>
                <a:cubicBezTo>
                  <a:pt x="116111" y="124409"/>
                  <a:pt x="111001" y="125825"/>
                  <a:pt x="105790" y="126533"/>
                </a:cubicBezTo>
                <a:lnTo>
                  <a:pt x="96380" y="145556"/>
                </a:lnTo>
                <a:cubicBezTo>
                  <a:pt x="93547" y="151273"/>
                  <a:pt x="87071" y="154157"/>
                  <a:pt x="80949" y="152538"/>
                </a:cubicBezTo>
                <a:lnTo>
                  <a:pt x="67694" y="148997"/>
                </a:lnTo>
                <a:cubicBezTo>
                  <a:pt x="61521" y="147327"/>
                  <a:pt x="57423" y="141560"/>
                  <a:pt x="57828" y="135235"/>
                </a:cubicBezTo>
                <a:lnTo>
                  <a:pt x="59194" y="114037"/>
                </a:lnTo>
                <a:cubicBezTo>
                  <a:pt x="54995" y="110799"/>
                  <a:pt x="51301" y="107055"/>
                  <a:pt x="48114" y="102906"/>
                </a:cubicBezTo>
                <a:lnTo>
                  <a:pt x="26865" y="104272"/>
                </a:lnTo>
                <a:cubicBezTo>
                  <a:pt x="20541" y="104677"/>
                  <a:pt x="14773" y="100529"/>
                  <a:pt x="13104" y="94407"/>
                </a:cubicBezTo>
                <a:lnTo>
                  <a:pt x="9562" y="81151"/>
                </a:lnTo>
                <a:cubicBezTo>
                  <a:pt x="7943" y="75030"/>
                  <a:pt x="10827" y="68554"/>
                  <a:pt x="16544" y="65720"/>
                </a:cubicBezTo>
                <a:lnTo>
                  <a:pt x="35618" y="56310"/>
                </a:lnTo>
                <a:cubicBezTo>
                  <a:pt x="35972" y="53730"/>
                  <a:pt x="36478" y="51200"/>
                  <a:pt x="37135" y="48620"/>
                </a:cubicBezTo>
                <a:cubicBezTo>
                  <a:pt x="37844" y="46040"/>
                  <a:pt x="38653" y="43561"/>
                  <a:pt x="39665" y="41183"/>
                </a:cubicBezTo>
                <a:lnTo>
                  <a:pt x="27877" y="23526"/>
                </a:lnTo>
                <a:cubicBezTo>
                  <a:pt x="24335" y="18214"/>
                  <a:pt x="25044" y="11181"/>
                  <a:pt x="29546" y="6678"/>
                </a:cubicBezTo>
                <a:lnTo>
                  <a:pt x="39260" y="-3036"/>
                </a:lnTo>
                <a:cubicBezTo>
                  <a:pt x="43763" y="-7538"/>
                  <a:pt x="50796" y="-8247"/>
                  <a:pt x="56108" y="-4705"/>
                </a:cubicBezTo>
                <a:lnTo>
                  <a:pt x="73815" y="7083"/>
                </a:lnTo>
                <a:cubicBezTo>
                  <a:pt x="78622" y="5110"/>
                  <a:pt x="83732" y="3693"/>
                  <a:pt x="88943" y="2985"/>
                </a:cubicBezTo>
                <a:lnTo>
                  <a:pt x="98353" y="-16038"/>
                </a:lnTo>
                <a:cubicBezTo>
                  <a:pt x="101186" y="-21755"/>
                  <a:pt x="107612" y="-24639"/>
                  <a:pt x="113784" y="-23020"/>
                </a:cubicBezTo>
                <a:close/>
                <a:moveTo>
                  <a:pt x="97341" y="42498"/>
                </a:moveTo>
                <a:cubicBezTo>
                  <a:pt x="85055" y="42498"/>
                  <a:pt x="75080" y="52473"/>
                  <a:pt x="75080" y="64759"/>
                </a:cubicBezTo>
                <a:cubicBezTo>
                  <a:pt x="75080" y="77045"/>
                  <a:pt x="85055" y="87020"/>
                  <a:pt x="97341" y="87020"/>
                </a:cubicBezTo>
                <a:cubicBezTo>
                  <a:pt x="109627" y="87020"/>
                  <a:pt x="119602" y="77045"/>
                  <a:pt x="119602" y="64759"/>
                </a:cubicBezTo>
                <a:cubicBezTo>
                  <a:pt x="119602" y="52473"/>
                  <a:pt x="109627" y="42498"/>
                  <a:pt x="97341" y="42498"/>
                </a:cubicBezTo>
                <a:close/>
              </a:path>
            </a:pathLst>
          </a:cu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1273" y="5025314"/>
            <a:ext cx="24953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5590" y="5232544"/>
            <a:ext cx="248675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89292" y="4541779"/>
            <a:ext cx="2737156" cy="1018878"/>
          </a:xfrm>
          <a:custGeom>
            <a:avLst/>
            <a:gdLst/>
            <a:ahLst/>
            <a:cxnLst/>
            <a:rect l="l" t="t" r="r" b="b"/>
            <a:pathLst>
              <a:path w="2737156" h="1018878">
                <a:moveTo>
                  <a:pt x="0" y="0"/>
                </a:moveTo>
                <a:lnTo>
                  <a:pt x="2737156" y="0"/>
                </a:lnTo>
                <a:lnTo>
                  <a:pt x="2737156" y="1018878"/>
                </a:lnTo>
                <a:lnTo>
                  <a:pt x="0" y="1018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313848" y="4697201"/>
            <a:ext cx="291416" cy="259037"/>
          </a:xfrm>
          <a:custGeom>
            <a:avLst/>
            <a:gdLst/>
            <a:ahLst/>
            <a:cxnLst/>
            <a:rect l="l" t="t" r="r" b="b"/>
            <a:pathLst>
              <a:path w="291416" h="259037">
                <a:moveTo>
                  <a:pt x="145708" y="16190"/>
                </a:moveTo>
                <a:cubicBezTo>
                  <a:pt x="104829" y="16190"/>
                  <a:pt x="72095" y="34808"/>
                  <a:pt x="48266" y="56968"/>
                </a:cubicBezTo>
                <a:cubicBezTo>
                  <a:pt x="24588" y="78976"/>
                  <a:pt x="8753" y="105234"/>
                  <a:pt x="1214" y="123295"/>
                </a:cubicBezTo>
                <a:cubicBezTo>
                  <a:pt x="-455" y="127292"/>
                  <a:pt x="-455" y="131745"/>
                  <a:pt x="1214" y="135741"/>
                </a:cubicBezTo>
                <a:cubicBezTo>
                  <a:pt x="8753" y="153803"/>
                  <a:pt x="24588" y="180112"/>
                  <a:pt x="48266" y="202069"/>
                </a:cubicBezTo>
                <a:cubicBezTo>
                  <a:pt x="72095" y="224178"/>
                  <a:pt x="104829" y="242847"/>
                  <a:pt x="145708" y="242847"/>
                </a:cubicBezTo>
                <a:cubicBezTo>
                  <a:pt x="186587" y="242847"/>
                  <a:pt x="219321" y="224229"/>
                  <a:pt x="243151" y="202069"/>
                </a:cubicBezTo>
                <a:cubicBezTo>
                  <a:pt x="266828" y="180061"/>
                  <a:pt x="282664" y="153803"/>
                  <a:pt x="290202" y="135741"/>
                </a:cubicBezTo>
                <a:cubicBezTo>
                  <a:pt x="291872" y="131745"/>
                  <a:pt x="291872" y="127292"/>
                  <a:pt x="290202" y="123295"/>
                </a:cubicBezTo>
                <a:cubicBezTo>
                  <a:pt x="282664" y="105234"/>
                  <a:pt x="266828" y="78925"/>
                  <a:pt x="243151" y="56968"/>
                </a:cubicBezTo>
                <a:cubicBezTo>
                  <a:pt x="219321" y="34859"/>
                  <a:pt x="186587" y="16190"/>
                  <a:pt x="145708" y="16190"/>
                </a:cubicBezTo>
                <a:close/>
                <a:moveTo>
                  <a:pt x="72854" y="129518"/>
                </a:moveTo>
                <a:cubicBezTo>
                  <a:pt x="72854" y="89309"/>
                  <a:pt x="105499" y="56664"/>
                  <a:pt x="145708" y="56664"/>
                </a:cubicBezTo>
                <a:cubicBezTo>
                  <a:pt x="185917" y="56664"/>
                  <a:pt x="218562" y="89309"/>
                  <a:pt x="218562" y="129518"/>
                </a:cubicBezTo>
                <a:cubicBezTo>
                  <a:pt x="218562" y="169728"/>
                  <a:pt x="185917" y="202373"/>
                  <a:pt x="145708" y="202373"/>
                </a:cubicBezTo>
                <a:cubicBezTo>
                  <a:pt x="105499" y="202373"/>
                  <a:pt x="72854" y="169728"/>
                  <a:pt x="72854" y="129518"/>
                </a:cubicBezTo>
                <a:close/>
                <a:moveTo>
                  <a:pt x="145708" y="97139"/>
                </a:moveTo>
                <a:cubicBezTo>
                  <a:pt x="145708" y="114998"/>
                  <a:pt x="131188" y="129518"/>
                  <a:pt x="113329" y="129518"/>
                </a:cubicBezTo>
                <a:cubicBezTo>
                  <a:pt x="107510" y="129518"/>
                  <a:pt x="102046" y="128001"/>
                  <a:pt x="97291" y="125269"/>
                </a:cubicBezTo>
                <a:cubicBezTo>
                  <a:pt x="96785" y="130783"/>
                  <a:pt x="97240" y="136450"/>
                  <a:pt x="98758" y="142066"/>
                </a:cubicBezTo>
                <a:cubicBezTo>
                  <a:pt x="105689" y="167969"/>
                  <a:pt x="132352" y="183350"/>
                  <a:pt x="158255" y="176418"/>
                </a:cubicBezTo>
                <a:cubicBezTo>
                  <a:pt x="184159" y="169487"/>
                  <a:pt x="199539" y="142824"/>
                  <a:pt x="192608" y="116921"/>
                </a:cubicBezTo>
                <a:cubicBezTo>
                  <a:pt x="186436" y="93800"/>
                  <a:pt x="164529" y="79077"/>
                  <a:pt x="141458" y="81101"/>
                </a:cubicBezTo>
                <a:cubicBezTo>
                  <a:pt x="144140" y="85806"/>
                  <a:pt x="145708" y="91270"/>
                  <a:pt x="145708" y="97139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210176" y="5025314"/>
            <a:ext cx="249538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14493" y="5232544"/>
            <a:ext cx="2486754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11923" y="5767887"/>
            <a:ext cx="3367479" cy="483535"/>
          </a:xfrm>
          <a:custGeom>
            <a:avLst/>
            <a:gdLst/>
            <a:ahLst/>
            <a:cxnLst/>
            <a:rect l="l" t="t" r="r" b="b"/>
            <a:pathLst>
              <a:path w="3367479" h="483535">
                <a:moveTo>
                  <a:pt x="0" y="0"/>
                </a:moveTo>
                <a:lnTo>
                  <a:pt x="3367479" y="0"/>
                </a:lnTo>
                <a:lnTo>
                  <a:pt x="3367479" y="483535"/>
                </a:lnTo>
                <a:lnTo>
                  <a:pt x="0" y="4835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1807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2326" y="5888771"/>
            <a:ext cx="286667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End-to-End Cloud Analytics Pipeline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1529" y="291529"/>
            <a:ext cx="670081" cy="670081"/>
          </a:xfrm>
          <a:custGeom>
            <a:avLst/>
            <a:gdLst/>
            <a:ahLst/>
            <a:cxnLst/>
            <a:rect l="l" t="t" r="r" b="b"/>
            <a:pathLst>
              <a:path w="670081" h="670081">
                <a:moveTo>
                  <a:pt x="335041" y="0"/>
                </a:moveTo>
                <a:lnTo>
                  <a:pt x="335041" y="0"/>
                </a:lnTo>
                <a:cubicBezTo>
                  <a:pt x="519955" y="0"/>
                  <a:pt x="670081" y="150127"/>
                  <a:pt x="670081" y="335041"/>
                </a:cubicBezTo>
                <a:lnTo>
                  <a:pt x="670081" y="335041"/>
                </a:lnTo>
                <a:cubicBezTo>
                  <a:pt x="670081" y="519955"/>
                  <a:pt x="519955" y="670081"/>
                  <a:pt x="335041" y="670081"/>
                </a:cubicBezTo>
                <a:lnTo>
                  <a:pt x="335041" y="670081"/>
                </a:lnTo>
                <a:cubicBezTo>
                  <a:pt x="150127" y="670081"/>
                  <a:pt x="0" y="519955"/>
                  <a:pt x="0" y="335041"/>
                </a:cubicBezTo>
                <a:lnTo>
                  <a:pt x="0" y="335041"/>
                </a:lnTo>
                <a:cubicBezTo>
                  <a:pt x="0" y="150127"/>
                  <a:pt x="150127" y="0"/>
                  <a:pt x="335041" y="0"/>
                </a:cubicBez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10974784" y="5641259"/>
            <a:ext cx="530844" cy="530844"/>
          </a:xfrm>
          <a:custGeom>
            <a:avLst/>
            <a:gdLst/>
            <a:ahLst/>
            <a:cxnLst/>
            <a:rect l="l" t="t" r="r" b="b"/>
            <a:pathLst>
              <a:path w="530844" h="530844">
                <a:moveTo>
                  <a:pt x="0" y="0"/>
                </a:moveTo>
                <a:lnTo>
                  <a:pt x="530844" y="0"/>
                </a:lnTo>
                <a:lnTo>
                  <a:pt x="530844" y="530844"/>
                </a:lnTo>
                <a:lnTo>
                  <a:pt x="0" y="53084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720000">
            <a:off x="11545081" y="1373047"/>
            <a:ext cx="321987" cy="321987"/>
          </a:xfrm>
          <a:custGeom>
            <a:avLst/>
            <a:gdLst/>
            <a:ahLst/>
            <a:cxnLst/>
            <a:rect l="l" t="t" r="r" b="b"/>
            <a:pathLst>
              <a:path w="321987" h="321987">
                <a:moveTo>
                  <a:pt x="0" y="0"/>
                </a:moveTo>
                <a:lnTo>
                  <a:pt x="321987" y="0"/>
                </a:lnTo>
                <a:lnTo>
                  <a:pt x="321987" y="321987"/>
                </a:lnTo>
                <a:lnTo>
                  <a:pt x="0" y="32198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499" y="400308"/>
            <a:ext cx="522141" cy="522141"/>
          </a:xfrm>
          <a:custGeom>
            <a:avLst/>
            <a:gdLst/>
            <a:ahLst/>
            <a:cxnLst/>
            <a:rect l="l" t="t" r="r" b="b"/>
            <a:pathLst>
              <a:path w="522141" h="522141">
                <a:moveTo>
                  <a:pt x="0" y="0"/>
                </a:moveTo>
                <a:lnTo>
                  <a:pt x="522141" y="0"/>
                </a:lnTo>
                <a:lnTo>
                  <a:pt x="522141" y="522141"/>
                </a:lnTo>
                <a:lnTo>
                  <a:pt x="0" y="5221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4527" y="530844"/>
            <a:ext cx="228437" cy="261071"/>
          </a:xfrm>
          <a:custGeom>
            <a:avLst/>
            <a:gdLst/>
            <a:ahLst/>
            <a:cxnLst/>
            <a:rect l="l" t="t" r="r" b="b"/>
            <a:pathLst>
              <a:path w="228437" h="261071">
                <a:moveTo>
                  <a:pt x="130535" y="81585"/>
                </a:moveTo>
                <a:lnTo>
                  <a:pt x="130535" y="130535"/>
                </a:lnTo>
                <a:lnTo>
                  <a:pt x="195803" y="130535"/>
                </a:lnTo>
                <a:lnTo>
                  <a:pt x="195803" y="81585"/>
                </a:lnTo>
                <a:lnTo>
                  <a:pt x="130535" y="81585"/>
                </a:lnTo>
                <a:close/>
                <a:moveTo>
                  <a:pt x="97901" y="81585"/>
                </a:moveTo>
                <a:lnTo>
                  <a:pt x="32634" y="81585"/>
                </a:lnTo>
                <a:lnTo>
                  <a:pt x="32634" y="130535"/>
                </a:lnTo>
                <a:lnTo>
                  <a:pt x="97901" y="130535"/>
                </a:lnTo>
                <a:lnTo>
                  <a:pt x="97901" y="81585"/>
                </a:lnTo>
                <a:close/>
                <a:moveTo>
                  <a:pt x="0" y="163169"/>
                </a:moveTo>
                <a:lnTo>
                  <a:pt x="0" y="48951"/>
                </a:lnTo>
                <a:cubicBezTo>
                  <a:pt x="0" y="30951"/>
                  <a:pt x="14634" y="16317"/>
                  <a:pt x="32634" y="16317"/>
                </a:cubicBezTo>
                <a:lnTo>
                  <a:pt x="195803" y="16317"/>
                </a:lnTo>
                <a:cubicBezTo>
                  <a:pt x="213803" y="16317"/>
                  <a:pt x="228437" y="30951"/>
                  <a:pt x="228437" y="48951"/>
                </a:cubicBezTo>
                <a:lnTo>
                  <a:pt x="228437" y="212120"/>
                </a:lnTo>
                <a:cubicBezTo>
                  <a:pt x="228437" y="230120"/>
                  <a:pt x="213803" y="244754"/>
                  <a:pt x="195803" y="244754"/>
                </a:cubicBezTo>
                <a:lnTo>
                  <a:pt x="32634" y="244754"/>
                </a:lnTo>
                <a:cubicBezTo>
                  <a:pt x="14634" y="244754"/>
                  <a:pt x="0" y="230120"/>
                  <a:pt x="0" y="212120"/>
                </a:cubicBezTo>
                <a:lnTo>
                  <a:pt x="0" y="163169"/>
                </a:lnTo>
                <a:close/>
                <a:moveTo>
                  <a:pt x="195803" y="163169"/>
                </a:moveTo>
                <a:lnTo>
                  <a:pt x="130535" y="163169"/>
                </a:lnTo>
                <a:lnTo>
                  <a:pt x="130535" y="212120"/>
                </a:lnTo>
                <a:lnTo>
                  <a:pt x="195803" y="212120"/>
                </a:lnTo>
                <a:lnTo>
                  <a:pt x="195803" y="163169"/>
                </a:lnTo>
                <a:close/>
                <a:moveTo>
                  <a:pt x="97901" y="212120"/>
                </a:moveTo>
                <a:lnTo>
                  <a:pt x="97901" y="163169"/>
                </a:lnTo>
                <a:lnTo>
                  <a:pt x="32634" y="163169"/>
                </a:lnTo>
                <a:lnTo>
                  <a:pt x="32634" y="212120"/>
                </a:lnTo>
                <a:lnTo>
                  <a:pt x="97901" y="21212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4283" y="348094"/>
            <a:ext cx="388995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kern="0" spc="55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4283" y="556951"/>
            <a:ext cx="4029191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Model and KPIs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8094" y="1113901"/>
            <a:ext cx="11495812" cy="69619"/>
          </a:xfrm>
          <a:custGeom>
            <a:avLst/>
            <a:gdLst/>
            <a:ahLst/>
            <a:cxnLst/>
            <a:rect l="l" t="t" r="r" b="b"/>
            <a:pathLst>
              <a:path w="11495812" h="69619">
                <a:moveTo>
                  <a:pt x="0" y="0"/>
                </a:moveTo>
                <a:lnTo>
                  <a:pt x="11495812" y="0"/>
                </a:lnTo>
                <a:lnTo>
                  <a:pt x="11495812" y="69619"/>
                </a:lnTo>
                <a:lnTo>
                  <a:pt x="0" y="6961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499" y="1409782"/>
            <a:ext cx="5604317" cy="4316368"/>
          </a:xfrm>
          <a:custGeom>
            <a:avLst/>
            <a:gdLst/>
            <a:ahLst/>
            <a:cxnLst/>
            <a:rect l="l" t="t" r="r" b="b"/>
            <a:pathLst>
              <a:path w="5604317" h="4316368">
                <a:moveTo>
                  <a:pt x="0" y="0"/>
                </a:moveTo>
                <a:lnTo>
                  <a:pt x="5604317" y="0"/>
                </a:lnTo>
                <a:lnTo>
                  <a:pt x="5604317" y="4316368"/>
                </a:lnTo>
                <a:lnTo>
                  <a:pt x="0" y="43163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0004" y="1614287"/>
            <a:ext cx="461225" cy="461225"/>
          </a:xfrm>
          <a:custGeom>
            <a:avLst/>
            <a:gdLst/>
            <a:ahLst/>
            <a:cxnLst/>
            <a:rect l="l" t="t" r="r" b="b"/>
            <a:pathLst>
              <a:path w="461225" h="461225">
                <a:moveTo>
                  <a:pt x="0" y="0"/>
                </a:moveTo>
                <a:lnTo>
                  <a:pt x="461225" y="0"/>
                </a:lnTo>
                <a:lnTo>
                  <a:pt x="461225" y="461225"/>
                </a:lnTo>
                <a:lnTo>
                  <a:pt x="0" y="461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9242" y="1740471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182749" y="83951"/>
                </a:moveTo>
                <a:cubicBezTo>
                  <a:pt x="176712" y="87948"/>
                  <a:pt x="169778" y="91171"/>
                  <a:pt x="162557" y="93741"/>
                </a:cubicBezTo>
                <a:cubicBezTo>
                  <a:pt x="143385" y="100594"/>
                  <a:pt x="118216" y="104428"/>
                  <a:pt x="91375" y="104428"/>
                </a:cubicBezTo>
                <a:cubicBezTo>
                  <a:pt x="64533" y="104428"/>
                  <a:pt x="39324" y="100553"/>
                  <a:pt x="20192" y="93741"/>
                </a:cubicBezTo>
                <a:cubicBezTo>
                  <a:pt x="13013" y="91171"/>
                  <a:pt x="6037" y="87948"/>
                  <a:pt x="0" y="83951"/>
                </a:cubicBezTo>
                <a:lnTo>
                  <a:pt x="0" y="117482"/>
                </a:lnTo>
                <a:cubicBezTo>
                  <a:pt x="0" y="135512"/>
                  <a:pt x="40915" y="150116"/>
                  <a:pt x="91375" y="150116"/>
                </a:cubicBezTo>
                <a:cubicBezTo>
                  <a:pt x="141835" y="150116"/>
                  <a:pt x="182749" y="135512"/>
                  <a:pt x="182749" y="117482"/>
                </a:cubicBezTo>
                <a:lnTo>
                  <a:pt x="182749" y="83951"/>
                </a:lnTo>
                <a:close/>
                <a:moveTo>
                  <a:pt x="182749" y="52214"/>
                </a:moveTo>
                <a:lnTo>
                  <a:pt x="182749" y="32634"/>
                </a:lnTo>
                <a:cubicBezTo>
                  <a:pt x="182749" y="14604"/>
                  <a:pt x="141835" y="0"/>
                  <a:pt x="91375" y="0"/>
                </a:cubicBezTo>
                <a:cubicBezTo>
                  <a:pt x="40915" y="0"/>
                  <a:pt x="0" y="14604"/>
                  <a:pt x="0" y="32634"/>
                </a:cubicBezTo>
                <a:lnTo>
                  <a:pt x="0" y="52214"/>
                </a:lnTo>
                <a:cubicBezTo>
                  <a:pt x="0" y="70244"/>
                  <a:pt x="40915" y="84848"/>
                  <a:pt x="91375" y="84848"/>
                </a:cubicBezTo>
                <a:cubicBezTo>
                  <a:pt x="141835" y="84848"/>
                  <a:pt x="182749" y="70244"/>
                  <a:pt x="182749" y="52214"/>
                </a:cubicBezTo>
                <a:close/>
                <a:moveTo>
                  <a:pt x="162557" y="159008"/>
                </a:moveTo>
                <a:cubicBezTo>
                  <a:pt x="143426" y="165821"/>
                  <a:pt x="118257" y="169696"/>
                  <a:pt x="91375" y="169696"/>
                </a:cubicBezTo>
                <a:cubicBezTo>
                  <a:pt x="64493" y="169696"/>
                  <a:pt x="39324" y="165821"/>
                  <a:pt x="20192" y="159008"/>
                </a:cubicBezTo>
                <a:cubicBezTo>
                  <a:pt x="13013" y="156438"/>
                  <a:pt x="6037" y="153216"/>
                  <a:pt x="0" y="149218"/>
                </a:cubicBezTo>
                <a:lnTo>
                  <a:pt x="0" y="176223"/>
                </a:lnTo>
                <a:cubicBezTo>
                  <a:pt x="0" y="194253"/>
                  <a:pt x="40915" y="208857"/>
                  <a:pt x="91375" y="208857"/>
                </a:cubicBezTo>
                <a:cubicBezTo>
                  <a:pt x="141835" y="208857"/>
                  <a:pt x="182749" y="194253"/>
                  <a:pt x="182749" y="176223"/>
                </a:cubicBezTo>
                <a:lnTo>
                  <a:pt x="182749" y="149218"/>
                </a:lnTo>
                <a:cubicBezTo>
                  <a:pt x="176712" y="153216"/>
                  <a:pt x="169778" y="156438"/>
                  <a:pt x="162557" y="1590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8711" y="1705662"/>
            <a:ext cx="12357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Tables Used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0004" y="2240857"/>
            <a:ext cx="5195306" cy="652677"/>
          </a:xfrm>
          <a:custGeom>
            <a:avLst/>
            <a:gdLst/>
            <a:ahLst/>
            <a:cxnLst/>
            <a:rect l="l" t="t" r="r" b="b"/>
            <a:pathLst>
              <a:path w="5195306" h="652677">
                <a:moveTo>
                  <a:pt x="0" y="0"/>
                </a:moveTo>
                <a:lnTo>
                  <a:pt x="5195306" y="0"/>
                </a:lnTo>
                <a:lnTo>
                  <a:pt x="5195306" y="652677"/>
                </a:lnTo>
                <a:lnTo>
                  <a:pt x="0" y="65267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6188" y="2401850"/>
            <a:ext cx="330690" cy="330690"/>
          </a:xfrm>
          <a:custGeom>
            <a:avLst/>
            <a:gdLst/>
            <a:ahLst/>
            <a:cxnLst/>
            <a:rect l="l" t="t" r="r" b="b"/>
            <a:pathLst>
              <a:path w="330690" h="330690">
                <a:moveTo>
                  <a:pt x="0" y="0"/>
                </a:moveTo>
                <a:lnTo>
                  <a:pt x="330690" y="0"/>
                </a:lnTo>
                <a:lnTo>
                  <a:pt x="330690" y="330690"/>
                </a:lnTo>
                <a:lnTo>
                  <a:pt x="0" y="3306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178" y="2488874"/>
            <a:ext cx="137062" cy="156642"/>
          </a:xfrm>
          <a:custGeom>
            <a:avLst/>
            <a:gdLst/>
            <a:ahLst/>
            <a:cxnLst/>
            <a:rect l="l" t="t" r="r" b="b"/>
            <a:pathLst>
              <a:path w="137062" h="156642">
                <a:moveTo>
                  <a:pt x="68531" y="75874"/>
                </a:moveTo>
                <a:cubicBezTo>
                  <a:pt x="88794" y="75874"/>
                  <a:pt x="105244" y="59423"/>
                  <a:pt x="105244" y="39161"/>
                </a:cubicBezTo>
                <a:cubicBezTo>
                  <a:pt x="105244" y="18898"/>
                  <a:pt x="88794" y="2448"/>
                  <a:pt x="68531" y="2448"/>
                </a:cubicBezTo>
                <a:cubicBezTo>
                  <a:pt x="48269" y="2448"/>
                  <a:pt x="31818" y="18898"/>
                  <a:pt x="31818" y="39161"/>
                </a:cubicBezTo>
                <a:cubicBezTo>
                  <a:pt x="31818" y="59423"/>
                  <a:pt x="48269" y="75874"/>
                  <a:pt x="68531" y="75874"/>
                </a:cubicBezTo>
                <a:close/>
                <a:moveTo>
                  <a:pt x="59445" y="93006"/>
                </a:moveTo>
                <a:cubicBezTo>
                  <a:pt x="29309" y="93006"/>
                  <a:pt x="4895" y="117421"/>
                  <a:pt x="4895" y="147556"/>
                </a:cubicBezTo>
                <a:cubicBezTo>
                  <a:pt x="4895" y="152573"/>
                  <a:pt x="8964" y="156642"/>
                  <a:pt x="13982" y="156642"/>
                </a:cubicBezTo>
                <a:lnTo>
                  <a:pt x="123081" y="156642"/>
                </a:lnTo>
                <a:cubicBezTo>
                  <a:pt x="128098" y="156642"/>
                  <a:pt x="132167" y="152573"/>
                  <a:pt x="132167" y="147556"/>
                </a:cubicBezTo>
                <a:cubicBezTo>
                  <a:pt x="132167" y="117421"/>
                  <a:pt x="107753" y="93006"/>
                  <a:pt x="77618" y="93006"/>
                </a:cubicBezTo>
                <a:lnTo>
                  <a:pt x="59445" y="93006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0009" y="2358338"/>
            <a:ext cx="208856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0009" y="2602004"/>
            <a:ext cx="207116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information &amp; demographics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0004" y="3024069"/>
            <a:ext cx="5195306" cy="652677"/>
          </a:xfrm>
          <a:custGeom>
            <a:avLst/>
            <a:gdLst/>
            <a:ahLst/>
            <a:cxnLst/>
            <a:rect l="l" t="t" r="r" b="b"/>
            <a:pathLst>
              <a:path w="5195306" h="652677">
                <a:moveTo>
                  <a:pt x="0" y="0"/>
                </a:moveTo>
                <a:lnTo>
                  <a:pt x="5195306" y="0"/>
                </a:lnTo>
                <a:lnTo>
                  <a:pt x="5195306" y="652677"/>
                </a:lnTo>
                <a:lnTo>
                  <a:pt x="0" y="65267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6188" y="3185062"/>
            <a:ext cx="330690" cy="330690"/>
          </a:xfrm>
          <a:custGeom>
            <a:avLst/>
            <a:gdLst/>
            <a:ahLst/>
            <a:cxnLst/>
            <a:rect l="l" t="t" r="r" b="b"/>
            <a:pathLst>
              <a:path w="330690" h="330690">
                <a:moveTo>
                  <a:pt x="0" y="0"/>
                </a:moveTo>
                <a:lnTo>
                  <a:pt x="330690" y="0"/>
                </a:lnTo>
                <a:lnTo>
                  <a:pt x="330690" y="330690"/>
                </a:lnTo>
                <a:lnTo>
                  <a:pt x="0" y="3306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5178" y="3272086"/>
            <a:ext cx="137062" cy="156642"/>
          </a:xfrm>
          <a:custGeom>
            <a:avLst/>
            <a:gdLst/>
            <a:ahLst/>
            <a:cxnLst/>
            <a:rect l="l" t="t" r="r" b="b"/>
            <a:pathLst>
              <a:path w="137062" h="156642">
                <a:moveTo>
                  <a:pt x="117482" y="156642"/>
                </a:moveTo>
                <a:lnTo>
                  <a:pt x="29370" y="156642"/>
                </a:lnTo>
                <a:cubicBezTo>
                  <a:pt x="13156" y="156642"/>
                  <a:pt x="0" y="143487"/>
                  <a:pt x="0" y="127272"/>
                </a:cubicBezTo>
                <a:lnTo>
                  <a:pt x="0" y="29370"/>
                </a:lnTo>
                <a:cubicBezTo>
                  <a:pt x="0" y="13156"/>
                  <a:pt x="13156" y="0"/>
                  <a:pt x="29370" y="0"/>
                </a:cubicBezTo>
                <a:lnTo>
                  <a:pt x="122377" y="0"/>
                </a:lnTo>
                <a:cubicBezTo>
                  <a:pt x="130484" y="0"/>
                  <a:pt x="137062" y="6578"/>
                  <a:pt x="137062" y="14685"/>
                </a:cubicBezTo>
                <a:lnTo>
                  <a:pt x="137062" y="102797"/>
                </a:lnTo>
                <a:cubicBezTo>
                  <a:pt x="137062" y="109191"/>
                  <a:pt x="132962" y="114637"/>
                  <a:pt x="127272" y="116656"/>
                </a:cubicBezTo>
                <a:lnTo>
                  <a:pt x="127272" y="137062"/>
                </a:lnTo>
                <a:cubicBezTo>
                  <a:pt x="132687" y="137062"/>
                  <a:pt x="137062" y="141437"/>
                  <a:pt x="137062" y="146852"/>
                </a:cubicBezTo>
                <a:cubicBezTo>
                  <a:pt x="137062" y="152267"/>
                  <a:pt x="132687" y="156642"/>
                  <a:pt x="127272" y="156642"/>
                </a:cubicBezTo>
                <a:lnTo>
                  <a:pt x="117482" y="156642"/>
                </a:lnTo>
                <a:close/>
                <a:moveTo>
                  <a:pt x="29370" y="117482"/>
                </a:moveTo>
                <a:cubicBezTo>
                  <a:pt x="23955" y="117482"/>
                  <a:pt x="19580" y="121857"/>
                  <a:pt x="19580" y="127272"/>
                </a:cubicBezTo>
                <a:cubicBezTo>
                  <a:pt x="19580" y="132687"/>
                  <a:pt x="23955" y="137062"/>
                  <a:pt x="29370" y="137062"/>
                </a:cubicBezTo>
                <a:lnTo>
                  <a:pt x="107692" y="137062"/>
                </a:lnTo>
                <a:lnTo>
                  <a:pt x="107692" y="117482"/>
                </a:lnTo>
                <a:lnTo>
                  <a:pt x="29370" y="117482"/>
                </a:lnTo>
                <a:close/>
                <a:moveTo>
                  <a:pt x="39161" y="46503"/>
                </a:moveTo>
                <a:cubicBezTo>
                  <a:pt x="39161" y="50572"/>
                  <a:pt x="42434" y="53846"/>
                  <a:pt x="46503" y="53846"/>
                </a:cubicBezTo>
                <a:lnTo>
                  <a:pt x="100349" y="53846"/>
                </a:lnTo>
                <a:cubicBezTo>
                  <a:pt x="104418" y="53846"/>
                  <a:pt x="107692" y="50572"/>
                  <a:pt x="107692" y="46503"/>
                </a:cubicBezTo>
                <a:cubicBezTo>
                  <a:pt x="107692" y="42434"/>
                  <a:pt x="104418" y="39161"/>
                  <a:pt x="100349" y="39161"/>
                </a:cubicBezTo>
                <a:lnTo>
                  <a:pt x="46503" y="39161"/>
                </a:lnTo>
                <a:cubicBezTo>
                  <a:pt x="42434" y="39161"/>
                  <a:pt x="39161" y="42434"/>
                  <a:pt x="39161" y="46503"/>
                </a:cubicBezTo>
                <a:close/>
                <a:moveTo>
                  <a:pt x="46503" y="68531"/>
                </a:moveTo>
                <a:cubicBezTo>
                  <a:pt x="42434" y="68531"/>
                  <a:pt x="39161" y="71805"/>
                  <a:pt x="39161" y="75874"/>
                </a:cubicBezTo>
                <a:cubicBezTo>
                  <a:pt x="39161" y="79943"/>
                  <a:pt x="42434" y="83216"/>
                  <a:pt x="46503" y="83216"/>
                </a:cubicBezTo>
                <a:lnTo>
                  <a:pt x="100349" y="83216"/>
                </a:lnTo>
                <a:cubicBezTo>
                  <a:pt x="104418" y="83216"/>
                  <a:pt x="107692" y="79943"/>
                  <a:pt x="107692" y="75874"/>
                </a:cubicBezTo>
                <a:cubicBezTo>
                  <a:pt x="107692" y="71805"/>
                  <a:pt x="104418" y="68531"/>
                  <a:pt x="100349" y="68531"/>
                </a:cubicBezTo>
                <a:lnTo>
                  <a:pt x="46503" y="68531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0009" y="3141550"/>
            <a:ext cx="139237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Subjects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0009" y="3385216"/>
            <a:ext cx="137497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Course &amp; subject details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0004" y="3807281"/>
            <a:ext cx="5195306" cy="652677"/>
          </a:xfrm>
          <a:custGeom>
            <a:avLst/>
            <a:gdLst/>
            <a:ahLst/>
            <a:cxnLst/>
            <a:rect l="l" t="t" r="r" b="b"/>
            <a:pathLst>
              <a:path w="5195306" h="652677">
                <a:moveTo>
                  <a:pt x="0" y="0"/>
                </a:moveTo>
                <a:lnTo>
                  <a:pt x="5195306" y="0"/>
                </a:lnTo>
                <a:lnTo>
                  <a:pt x="5195306" y="652677"/>
                </a:lnTo>
                <a:lnTo>
                  <a:pt x="0" y="65267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6188" y="3968274"/>
            <a:ext cx="330690" cy="330690"/>
          </a:xfrm>
          <a:custGeom>
            <a:avLst/>
            <a:gdLst/>
            <a:ahLst/>
            <a:cxnLst/>
            <a:rect l="l" t="t" r="r" b="b"/>
            <a:pathLst>
              <a:path w="330690" h="330690">
                <a:moveTo>
                  <a:pt x="0" y="0"/>
                </a:moveTo>
                <a:lnTo>
                  <a:pt x="330690" y="0"/>
                </a:lnTo>
                <a:lnTo>
                  <a:pt x="330690" y="330690"/>
                </a:lnTo>
                <a:lnTo>
                  <a:pt x="0" y="3306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5597" y="4055298"/>
            <a:ext cx="176223" cy="156642"/>
          </a:xfrm>
          <a:custGeom>
            <a:avLst/>
            <a:gdLst/>
            <a:ahLst/>
            <a:cxnLst/>
            <a:rect l="l" t="t" r="r" b="b"/>
            <a:pathLst>
              <a:path w="176223" h="156642">
                <a:moveTo>
                  <a:pt x="14685" y="59903"/>
                </a:moveTo>
                <a:lnTo>
                  <a:pt x="78688" y="86245"/>
                </a:lnTo>
                <a:cubicBezTo>
                  <a:pt x="81687" y="87469"/>
                  <a:pt x="84868" y="88111"/>
                  <a:pt x="88111" y="88111"/>
                </a:cubicBezTo>
                <a:cubicBezTo>
                  <a:pt x="91354" y="88111"/>
                  <a:pt x="94536" y="87469"/>
                  <a:pt x="97534" y="86245"/>
                </a:cubicBezTo>
                <a:lnTo>
                  <a:pt x="171695" y="55712"/>
                </a:lnTo>
                <a:cubicBezTo>
                  <a:pt x="174448" y="54580"/>
                  <a:pt x="176223" y="51918"/>
                  <a:pt x="176223" y="48951"/>
                </a:cubicBezTo>
                <a:cubicBezTo>
                  <a:pt x="176223" y="45983"/>
                  <a:pt x="174448" y="43321"/>
                  <a:pt x="171695" y="42189"/>
                </a:cubicBezTo>
                <a:lnTo>
                  <a:pt x="97534" y="11656"/>
                </a:lnTo>
                <a:cubicBezTo>
                  <a:pt x="94536" y="10433"/>
                  <a:pt x="91354" y="9790"/>
                  <a:pt x="88111" y="9790"/>
                </a:cubicBezTo>
                <a:cubicBezTo>
                  <a:pt x="84868" y="9790"/>
                  <a:pt x="81687" y="10433"/>
                  <a:pt x="78688" y="11656"/>
                </a:cubicBezTo>
                <a:lnTo>
                  <a:pt x="4528" y="42189"/>
                </a:lnTo>
                <a:cubicBezTo>
                  <a:pt x="1774" y="43321"/>
                  <a:pt x="0" y="45983"/>
                  <a:pt x="0" y="48951"/>
                </a:cubicBezTo>
                <a:lnTo>
                  <a:pt x="0" y="139510"/>
                </a:lnTo>
                <a:cubicBezTo>
                  <a:pt x="0" y="143579"/>
                  <a:pt x="3274" y="146852"/>
                  <a:pt x="7343" y="146852"/>
                </a:cubicBezTo>
                <a:cubicBezTo>
                  <a:pt x="11412" y="146852"/>
                  <a:pt x="14685" y="143579"/>
                  <a:pt x="14685" y="139510"/>
                </a:cubicBezTo>
                <a:lnTo>
                  <a:pt x="14685" y="59903"/>
                </a:lnTo>
                <a:close/>
                <a:moveTo>
                  <a:pt x="29370" y="81840"/>
                </a:moveTo>
                <a:lnTo>
                  <a:pt x="29370" y="117482"/>
                </a:lnTo>
                <a:cubicBezTo>
                  <a:pt x="29370" y="133697"/>
                  <a:pt x="55681" y="146852"/>
                  <a:pt x="88111" y="146852"/>
                </a:cubicBezTo>
                <a:cubicBezTo>
                  <a:pt x="120541" y="146852"/>
                  <a:pt x="146852" y="133697"/>
                  <a:pt x="146852" y="117482"/>
                </a:cubicBezTo>
                <a:lnTo>
                  <a:pt x="146852" y="81809"/>
                </a:lnTo>
                <a:lnTo>
                  <a:pt x="103133" y="99829"/>
                </a:lnTo>
                <a:cubicBezTo>
                  <a:pt x="98360" y="101787"/>
                  <a:pt x="93282" y="102797"/>
                  <a:pt x="88111" y="102797"/>
                </a:cubicBezTo>
                <a:cubicBezTo>
                  <a:pt x="82941" y="102797"/>
                  <a:pt x="77862" y="101787"/>
                  <a:pt x="73090" y="99829"/>
                </a:cubicBezTo>
                <a:lnTo>
                  <a:pt x="29370" y="81809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0009" y="3924762"/>
            <a:ext cx="140978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Marks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0009" y="4168428"/>
            <a:ext cx="139237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scores &amp; grades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0004" y="4590493"/>
            <a:ext cx="5195306" cy="652677"/>
          </a:xfrm>
          <a:custGeom>
            <a:avLst/>
            <a:gdLst/>
            <a:ahLst/>
            <a:cxnLst/>
            <a:rect l="l" t="t" r="r" b="b"/>
            <a:pathLst>
              <a:path w="5195306" h="652677">
                <a:moveTo>
                  <a:pt x="0" y="0"/>
                </a:moveTo>
                <a:lnTo>
                  <a:pt x="5195306" y="0"/>
                </a:lnTo>
                <a:lnTo>
                  <a:pt x="5195306" y="652677"/>
                </a:lnTo>
                <a:lnTo>
                  <a:pt x="0" y="65267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6188" y="4751486"/>
            <a:ext cx="330690" cy="330690"/>
          </a:xfrm>
          <a:custGeom>
            <a:avLst/>
            <a:gdLst/>
            <a:ahLst/>
            <a:cxnLst/>
            <a:rect l="l" t="t" r="r" b="b"/>
            <a:pathLst>
              <a:path w="330690" h="330690">
                <a:moveTo>
                  <a:pt x="0" y="0"/>
                </a:moveTo>
                <a:lnTo>
                  <a:pt x="330690" y="0"/>
                </a:lnTo>
                <a:lnTo>
                  <a:pt x="330690" y="330690"/>
                </a:lnTo>
                <a:lnTo>
                  <a:pt x="0" y="3306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95178" y="4838510"/>
            <a:ext cx="137062" cy="156642"/>
          </a:xfrm>
          <a:custGeom>
            <a:avLst/>
            <a:gdLst/>
            <a:ahLst/>
            <a:cxnLst/>
            <a:rect l="l" t="t" r="r" b="b"/>
            <a:pathLst>
              <a:path w="137062" h="156642">
                <a:moveTo>
                  <a:pt x="39161" y="0"/>
                </a:moveTo>
                <a:cubicBezTo>
                  <a:pt x="44576" y="0"/>
                  <a:pt x="48951" y="4375"/>
                  <a:pt x="48951" y="9790"/>
                </a:cubicBezTo>
                <a:lnTo>
                  <a:pt x="48951" y="19580"/>
                </a:lnTo>
                <a:lnTo>
                  <a:pt x="88111" y="19580"/>
                </a:lnTo>
                <a:lnTo>
                  <a:pt x="88111" y="9790"/>
                </a:lnTo>
                <a:cubicBezTo>
                  <a:pt x="88111" y="4375"/>
                  <a:pt x="92486" y="0"/>
                  <a:pt x="97901" y="0"/>
                </a:cubicBezTo>
                <a:cubicBezTo>
                  <a:pt x="103317" y="0"/>
                  <a:pt x="107692" y="4375"/>
                  <a:pt x="107692" y="9790"/>
                </a:cubicBezTo>
                <a:lnTo>
                  <a:pt x="107692" y="19580"/>
                </a:lnTo>
                <a:lnTo>
                  <a:pt x="117482" y="19580"/>
                </a:lnTo>
                <a:cubicBezTo>
                  <a:pt x="128282" y="19580"/>
                  <a:pt x="137062" y="28361"/>
                  <a:pt x="137062" y="39161"/>
                </a:cubicBezTo>
                <a:lnTo>
                  <a:pt x="137062" y="127272"/>
                </a:lnTo>
                <a:cubicBezTo>
                  <a:pt x="137062" y="138072"/>
                  <a:pt x="128282" y="146852"/>
                  <a:pt x="117482" y="146852"/>
                </a:cubicBezTo>
                <a:lnTo>
                  <a:pt x="19580" y="146852"/>
                </a:lnTo>
                <a:cubicBezTo>
                  <a:pt x="8781" y="146852"/>
                  <a:pt x="0" y="138072"/>
                  <a:pt x="0" y="127272"/>
                </a:cubicBezTo>
                <a:lnTo>
                  <a:pt x="0" y="39161"/>
                </a:lnTo>
                <a:cubicBezTo>
                  <a:pt x="0" y="28361"/>
                  <a:pt x="8781" y="19580"/>
                  <a:pt x="19580" y="19580"/>
                </a:cubicBezTo>
                <a:lnTo>
                  <a:pt x="29370" y="19580"/>
                </a:lnTo>
                <a:lnTo>
                  <a:pt x="29370" y="9790"/>
                </a:lnTo>
                <a:cubicBezTo>
                  <a:pt x="29370" y="4375"/>
                  <a:pt x="33745" y="0"/>
                  <a:pt x="39161" y="0"/>
                </a:cubicBezTo>
                <a:close/>
                <a:moveTo>
                  <a:pt x="94353" y="69969"/>
                </a:moveTo>
                <a:cubicBezTo>
                  <a:pt x="96494" y="66542"/>
                  <a:pt x="95454" y="62014"/>
                  <a:pt x="92027" y="59842"/>
                </a:cubicBezTo>
                <a:cubicBezTo>
                  <a:pt x="88601" y="57670"/>
                  <a:pt x="84073" y="58741"/>
                  <a:pt x="81901" y="62167"/>
                </a:cubicBezTo>
                <a:lnTo>
                  <a:pt x="63116" y="92242"/>
                </a:lnTo>
                <a:lnTo>
                  <a:pt x="54855" y="81228"/>
                </a:lnTo>
                <a:cubicBezTo>
                  <a:pt x="52408" y="77985"/>
                  <a:pt x="47819" y="77312"/>
                  <a:pt x="44576" y="79759"/>
                </a:cubicBezTo>
                <a:cubicBezTo>
                  <a:pt x="41333" y="82207"/>
                  <a:pt x="40660" y="86796"/>
                  <a:pt x="43107" y="90039"/>
                </a:cubicBezTo>
                <a:lnTo>
                  <a:pt x="57792" y="109619"/>
                </a:lnTo>
                <a:cubicBezTo>
                  <a:pt x="59230" y="111547"/>
                  <a:pt x="61556" y="112648"/>
                  <a:pt x="63973" y="112556"/>
                </a:cubicBezTo>
                <a:cubicBezTo>
                  <a:pt x="66389" y="112464"/>
                  <a:pt x="68592" y="111179"/>
                  <a:pt x="69877" y="109099"/>
                </a:cubicBezTo>
                <a:lnTo>
                  <a:pt x="94353" y="69938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40009" y="4707974"/>
            <a:ext cx="173176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0009" y="4951640"/>
            <a:ext cx="171436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 records &amp; tracking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289" y="1409782"/>
            <a:ext cx="5604317" cy="4316368"/>
          </a:xfrm>
          <a:custGeom>
            <a:avLst/>
            <a:gdLst/>
            <a:ahLst/>
            <a:cxnLst/>
            <a:rect l="l" t="t" r="r" b="b"/>
            <a:pathLst>
              <a:path w="5604317" h="4316368">
                <a:moveTo>
                  <a:pt x="0" y="0"/>
                </a:moveTo>
                <a:lnTo>
                  <a:pt x="5604317" y="0"/>
                </a:lnTo>
                <a:lnTo>
                  <a:pt x="5604317" y="4316368"/>
                </a:lnTo>
                <a:lnTo>
                  <a:pt x="0" y="43163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1794" y="1614287"/>
            <a:ext cx="461225" cy="461225"/>
          </a:xfrm>
          <a:custGeom>
            <a:avLst/>
            <a:gdLst/>
            <a:ahLst/>
            <a:cxnLst/>
            <a:rect l="l" t="t" r="r" b="b"/>
            <a:pathLst>
              <a:path w="461225" h="461225">
                <a:moveTo>
                  <a:pt x="0" y="0"/>
                </a:moveTo>
                <a:lnTo>
                  <a:pt x="461225" y="0"/>
                </a:lnTo>
                <a:lnTo>
                  <a:pt x="461225" y="461225"/>
                </a:lnTo>
                <a:lnTo>
                  <a:pt x="0" y="4612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47979" y="1740471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0" y="104428"/>
                </a:moveTo>
                <a:cubicBezTo>
                  <a:pt x="0" y="46793"/>
                  <a:pt x="46793" y="0"/>
                  <a:pt x="104428" y="0"/>
                </a:cubicBezTo>
                <a:cubicBezTo>
                  <a:pt x="162064" y="0"/>
                  <a:pt x="208857" y="46793"/>
                  <a:pt x="208857" y="104428"/>
                </a:cubicBezTo>
                <a:cubicBezTo>
                  <a:pt x="208857" y="162064"/>
                  <a:pt x="162064" y="208857"/>
                  <a:pt x="104428" y="208857"/>
                </a:cubicBezTo>
                <a:cubicBezTo>
                  <a:pt x="46793" y="208857"/>
                  <a:pt x="0" y="162064"/>
                  <a:pt x="0" y="104428"/>
                </a:cubicBezTo>
                <a:close/>
                <a:moveTo>
                  <a:pt x="117482" y="39161"/>
                </a:moveTo>
                <a:cubicBezTo>
                  <a:pt x="117482" y="31956"/>
                  <a:pt x="111633" y="26107"/>
                  <a:pt x="104428" y="26107"/>
                </a:cubicBezTo>
                <a:cubicBezTo>
                  <a:pt x="97224" y="26107"/>
                  <a:pt x="91375" y="31956"/>
                  <a:pt x="91375" y="39161"/>
                </a:cubicBezTo>
                <a:cubicBezTo>
                  <a:pt x="91375" y="46365"/>
                  <a:pt x="97224" y="52214"/>
                  <a:pt x="104428" y="52214"/>
                </a:cubicBezTo>
                <a:cubicBezTo>
                  <a:pt x="111633" y="52214"/>
                  <a:pt x="117482" y="46365"/>
                  <a:pt x="117482" y="39161"/>
                </a:cubicBezTo>
                <a:close/>
                <a:moveTo>
                  <a:pt x="104428" y="169696"/>
                </a:moveTo>
                <a:cubicBezTo>
                  <a:pt x="118828" y="169696"/>
                  <a:pt x="130535" y="157989"/>
                  <a:pt x="130535" y="143589"/>
                </a:cubicBezTo>
                <a:cubicBezTo>
                  <a:pt x="130535" y="136981"/>
                  <a:pt x="128088" y="130902"/>
                  <a:pt x="124009" y="126334"/>
                </a:cubicBezTo>
                <a:lnTo>
                  <a:pt x="152359" y="69673"/>
                </a:lnTo>
                <a:cubicBezTo>
                  <a:pt x="154766" y="64819"/>
                  <a:pt x="152808" y="58945"/>
                  <a:pt x="147994" y="56538"/>
                </a:cubicBezTo>
                <a:cubicBezTo>
                  <a:pt x="143181" y="54131"/>
                  <a:pt x="137266" y="56089"/>
                  <a:pt x="134859" y="60903"/>
                </a:cubicBezTo>
                <a:lnTo>
                  <a:pt x="106509" y="117563"/>
                </a:lnTo>
                <a:cubicBezTo>
                  <a:pt x="105815" y="117523"/>
                  <a:pt x="105122" y="117482"/>
                  <a:pt x="104428" y="117482"/>
                </a:cubicBezTo>
                <a:cubicBezTo>
                  <a:pt x="90029" y="117482"/>
                  <a:pt x="78321" y="129189"/>
                  <a:pt x="78321" y="143589"/>
                </a:cubicBezTo>
                <a:cubicBezTo>
                  <a:pt x="78321" y="157989"/>
                  <a:pt x="90029" y="169696"/>
                  <a:pt x="104428" y="169696"/>
                </a:cubicBezTo>
                <a:close/>
                <a:moveTo>
                  <a:pt x="71794" y="58741"/>
                </a:moveTo>
                <a:cubicBezTo>
                  <a:pt x="71794" y="51536"/>
                  <a:pt x="65945" y="45687"/>
                  <a:pt x="58741" y="45687"/>
                </a:cubicBezTo>
                <a:cubicBezTo>
                  <a:pt x="51536" y="45687"/>
                  <a:pt x="45687" y="51536"/>
                  <a:pt x="45687" y="58741"/>
                </a:cubicBezTo>
                <a:cubicBezTo>
                  <a:pt x="45687" y="65945"/>
                  <a:pt x="51536" y="71794"/>
                  <a:pt x="58741" y="71794"/>
                </a:cubicBezTo>
                <a:cubicBezTo>
                  <a:pt x="65945" y="71794"/>
                  <a:pt x="71794" y="65945"/>
                  <a:pt x="71794" y="58741"/>
                </a:cubicBezTo>
                <a:close/>
                <a:moveTo>
                  <a:pt x="39161" y="117482"/>
                </a:moveTo>
                <a:cubicBezTo>
                  <a:pt x="46365" y="117482"/>
                  <a:pt x="52214" y="111633"/>
                  <a:pt x="52214" y="104428"/>
                </a:cubicBezTo>
                <a:cubicBezTo>
                  <a:pt x="52214" y="97224"/>
                  <a:pt x="46365" y="91375"/>
                  <a:pt x="39161" y="91375"/>
                </a:cubicBezTo>
                <a:cubicBezTo>
                  <a:pt x="31956" y="91375"/>
                  <a:pt x="26107" y="97224"/>
                  <a:pt x="26107" y="104428"/>
                </a:cubicBezTo>
                <a:cubicBezTo>
                  <a:pt x="26107" y="111633"/>
                  <a:pt x="31956" y="117482"/>
                  <a:pt x="39161" y="117482"/>
                </a:cubicBezTo>
                <a:close/>
                <a:moveTo>
                  <a:pt x="182749" y="104428"/>
                </a:moveTo>
                <a:cubicBezTo>
                  <a:pt x="182749" y="97224"/>
                  <a:pt x="176900" y="91375"/>
                  <a:pt x="169696" y="91375"/>
                </a:cubicBezTo>
                <a:cubicBezTo>
                  <a:pt x="162491" y="91375"/>
                  <a:pt x="156642" y="97224"/>
                  <a:pt x="156642" y="104428"/>
                </a:cubicBezTo>
                <a:cubicBezTo>
                  <a:pt x="156642" y="111633"/>
                  <a:pt x="162491" y="117482"/>
                  <a:pt x="169696" y="117482"/>
                </a:cubicBezTo>
                <a:cubicBezTo>
                  <a:pt x="176900" y="117482"/>
                  <a:pt x="182749" y="111633"/>
                  <a:pt x="182749" y="104428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0501" y="1705662"/>
            <a:ext cx="180138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KPIs Implemented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1794" y="2240857"/>
            <a:ext cx="5195306" cy="722296"/>
          </a:xfrm>
          <a:custGeom>
            <a:avLst/>
            <a:gdLst/>
            <a:ahLst/>
            <a:cxnLst/>
            <a:rect l="l" t="t" r="r" b="b"/>
            <a:pathLst>
              <a:path w="5195306" h="722296">
                <a:moveTo>
                  <a:pt x="0" y="0"/>
                </a:moveTo>
                <a:lnTo>
                  <a:pt x="5195306" y="0"/>
                </a:lnTo>
                <a:lnTo>
                  <a:pt x="5195306" y="722296"/>
                </a:lnTo>
                <a:lnTo>
                  <a:pt x="0" y="7222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74086" y="2497576"/>
            <a:ext cx="261071" cy="208857"/>
          </a:xfrm>
          <a:custGeom>
            <a:avLst/>
            <a:gdLst/>
            <a:ahLst/>
            <a:cxnLst/>
            <a:rect l="l" t="t" r="r" b="b"/>
            <a:pathLst>
              <a:path w="261071" h="208857">
                <a:moveTo>
                  <a:pt x="130535" y="6527"/>
                </a:moveTo>
                <a:cubicBezTo>
                  <a:pt x="153950" y="6527"/>
                  <a:pt x="172959" y="25536"/>
                  <a:pt x="172959" y="48951"/>
                </a:cubicBezTo>
                <a:cubicBezTo>
                  <a:pt x="172959" y="72365"/>
                  <a:pt x="153950" y="91375"/>
                  <a:pt x="130535" y="91375"/>
                </a:cubicBezTo>
                <a:cubicBezTo>
                  <a:pt x="107121" y="91375"/>
                  <a:pt x="88111" y="72365"/>
                  <a:pt x="88111" y="48951"/>
                </a:cubicBezTo>
                <a:cubicBezTo>
                  <a:pt x="88111" y="25536"/>
                  <a:pt x="107121" y="6527"/>
                  <a:pt x="130535" y="6527"/>
                </a:cubicBezTo>
                <a:close/>
                <a:moveTo>
                  <a:pt x="39161" y="35897"/>
                </a:moveTo>
                <a:cubicBezTo>
                  <a:pt x="55371" y="35897"/>
                  <a:pt x="68531" y="49058"/>
                  <a:pt x="68531" y="65268"/>
                </a:cubicBezTo>
                <a:cubicBezTo>
                  <a:pt x="68531" y="81478"/>
                  <a:pt x="55371" y="94638"/>
                  <a:pt x="39161" y="94638"/>
                </a:cubicBezTo>
                <a:cubicBezTo>
                  <a:pt x="22951" y="94638"/>
                  <a:pt x="9790" y="81478"/>
                  <a:pt x="9790" y="65268"/>
                </a:cubicBezTo>
                <a:cubicBezTo>
                  <a:pt x="9790" y="49058"/>
                  <a:pt x="22951" y="35897"/>
                  <a:pt x="39161" y="35897"/>
                </a:cubicBezTo>
                <a:close/>
                <a:moveTo>
                  <a:pt x="0" y="169696"/>
                </a:moveTo>
                <a:cubicBezTo>
                  <a:pt x="0" y="140856"/>
                  <a:pt x="23374" y="117482"/>
                  <a:pt x="52214" y="117482"/>
                </a:cubicBezTo>
                <a:cubicBezTo>
                  <a:pt x="57436" y="117482"/>
                  <a:pt x="62494" y="118257"/>
                  <a:pt x="67266" y="119685"/>
                </a:cubicBezTo>
                <a:cubicBezTo>
                  <a:pt x="53846" y="134696"/>
                  <a:pt x="45687" y="154521"/>
                  <a:pt x="45687" y="176223"/>
                </a:cubicBezTo>
                <a:lnTo>
                  <a:pt x="45687" y="182749"/>
                </a:lnTo>
                <a:cubicBezTo>
                  <a:pt x="45687" y="187400"/>
                  <a:pt x="46666" y="191805"/>
                  <a:pt x="48420" y="195803"/>
                </a:cubicBezTo>
                <a:lnTo>
                  <a:pt x="13054" y="195803"/>
                </a:lnTo>
                <a:cubicBezTo>
                  <a:pt x="5833" y="195803"/>
                  <a:pt x="0" y="189970"/>
                  <a:pt x="0" y="182749"/>
                </a:cubicBezTo>
                <a:lnTo>
                  <a:pt x="0" y="169696"/>
                </a:lnTo>
                <a:close/>
                <a:moveTo>
                  <a:pt x="212650" y="195803"/>
                </a:moveTo>
                <a:cubicBezTo>
                  <a:pt x="214404" y="191805"/>
                  <a:pt x="215383" y="187400"/>
                  <a:pt x="215383" y="182749"/>
                </a:cubicBezTo>
                <a:lnTo>
                  <a:pt x="215383" y="176223"/>
                </a:lnTo>
                <a:cubicBezTo>
                  <a:pt x="215383" y="154521"/>
                  <a:pt x="207225" y="134696"/>
                  <a:pt x="193804" y="119685"/>
                </a:cubicBezTo>
                <a:cubicBezTo>
                  <a:pt x="198577" y="118257"/>
                  <a:pt x="203635" y="117482"/>
                  <a:pt x="208857" y="117482"/>
                </a:cubicBezTo>
                <a:cubicBezTo>
                  <a:pt x="237697" y="117482"/>
                  <a:pt x="261071" y="140856"/>
                  <a:pt x="261071" y="169696"/>
                </a:cubicBezTo>
                <a:lnTo>
                  <a:pt x="261071" y="182749"/>
                </a:lnTo>
                <a:cubicBezTo>
                  <a:pt x="261071" y="189970"/>
                  <a:pt x="255237" y="195803"/>
                  <a:pt x="248017" y="195803"/>
                </a:cubicBezTo>
                <a:lnTo>
                  <a:pt x="212650" y="195803"/>
                </a:lnTo>
                <a:close/>
                <a:moveTo>
                  <a:pt x="192540" y="65268"/>
                </a:moveTo>
                <a:cubicBezTo>
                  <a:pt x="192540" y="49058"/>
                  <a:pt x="205700" y="35897"/>
                  <a:pt x="221910" y="35897"/>
                </a:cubicBezTo>
                <a:cubicBezTo>
                  <a:pt x="238120" y="35897"/>
                  <a:pt x="251281" y="49058"/>
                  <a:pt x="251281" y="65268"/>
                </a:cubicBezTo>
                <a:cubicBezTo>
                  <a:pt x="251281" y="81478"/>
                  <a:pt x="238120" y="94638"/>
                  <a:pt x="221910" y="94638"/>
                </a:cubicBezTo>
                <a:cubicBezTo>
                  <a:pt x="205700" y="94638"/>
                  <a:pt x="192540" y="81478"/>
                  <a:pt x="192540" y="65268"/>
                </a:cubicBezTo>
                <a:close/>
                <a:moveTo>
                  <a:pt x="65268" y="176223"/>
                </a:moveTo>
                <a:cubicBezTo>
                  <a:pt x="65268" y="140162"/>
                  <a:pt x="94475" y="110955"/>
                  <a:pt x="130535" y="110955"/>
                </a:cubicBezTo>
                <a:cubicBezTo>
                  <a:pt x="166596" y="110955"/>
                  <a:pt x="195803" y="140162"/>
                  <a:pt x="195803" y="176223"/>
                </a:cubicBezTo>
                <a:lnTo>
                  <a:pt x="195803" y="182749"/>
                </a:lnTo>
                <a:cubicBezTo>
                  <a:pt x="195803" y="189970"/>
                  <a:pt x="189970" y="195803"/>
                  <a:pt x="182749" y="195803"/>
                </a:cubicBezTo>
                <a:lnTo>
                  <a:pt x="78321" y="195803"/>
                </a:lnTo>
                <a:cubicBezTo>
                  <a:pt x="71101" y="195803"/>
                  <a:pt x="65268" y="189970"/>
                  <a:pt x="65268" y="182749"/>
                </a:cubicBezTo>
                <a:lnTo>
                  <a:pt x="65268" y="17622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39585" y="2393148"/>
            <a:ext cx="151421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Total Students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39585" y="2636814"/>
            <a:ext cx="149680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Count of enrolled students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59674" y="2401850"/>
            <a:ext cx="400308" cy="400308"/>
          </a:xfrm>
          <a:custGeom>
            <a:avLst/>
            <a:gdLst/>
            <a:ahLst/>
            <a:cxnLst/>
            <a:rect l="l" t="t" r="r" b="b"/>
            <a:pathLst>
              <a:path w="400308" h="400308">
                <a:moveTo>
                  <a:pt x="0" y="0"/>
                </a:moveTo>
                <a:lnTo>
                  <a:pt x="400308" y="0"/>
                </a:lnTo>
                <a:lnTo>
                  <a:pt x="400308" y="400308"/>
                </a:lnTo>
                <a:lnTo>
                  <a:pt x="0" y="400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199524" y="2480171"/>
            <a:ext cx="20885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#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1794" y="3093687"/>
            <a:ext cx="5195306" cy="722296"/>
          </a:xfrm>
          <a:custGeom>
            <a:avLst/>
            <a:gdLst/>
            <a:ahLst/>
            <a:cxnLst/>
            <a:rect l="l" t="t" r="r" b="b"/>
            <a:pathLst>
              <a:path w="5195306" h="722296">
                <a:moveTo>
                  <a:pt x="0" y="0"/>
                </a:moveTo>
                <a:lnTo>
                  <a:pt x="5195306" y="0"/>
                </a:lnTo>
                <a:lnTo>
                  <a:pt x="5195306" y="722296"/>
                </a:lnTo>
                <a:lnTo>
                  <a:pt x="0" y="72229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626300" y="3350407"/>
            <a:ext cx="156642" cy="208857"/>
          </a:xfrm>
          <a:custGeom>
            <a:avLst/>
            <a:gdLst/>
            <a:ahLst/>
            <a:cxnLst/>
            <a:rect l="l" t="t" r="r" b="b"/>
            <a:pathLst>
              <a:path w="156642" h="208857">
                <a:moveTo>
                  <a:pt x="26107" y="0"/>
                </a:moveTo>
                <a:cubicBezTo>
                  <a:pt x="11707" y="0"/>
                  <a:pt x="0" y="11707"/>
                  <a:pt x="0" y="26107"/>
                </a:cubicBezTo>
                <a:lnTo>
                  <a:pt x="0" y="182749"/>
                </a:lnTo>
                <a:cubicBezTo>
                  <a:pt x="0" y="197149"/>
                  <a:pt x="11707" y="208857"/>
                  <a:pt x="26107" y="208857"/>
                </a:cubicBezTo>
                <a:lnTo>
                  <a:pt x="130535" y="208857"/>
                </a:lnTo>
                <a:cubicBezTo>
                  <a:pt x="144935" y="208857"/>
                  <a:pt x="156642" y="197149"/>
                  <a:pt x="156642" y="182749"/>
                </a:cubicBezTo>
                <a:lnTo>
                  <a:pt x="156642" y="26107"/>
                </a:lnTo>
                <a:cubicBezTo>
                  <a:pt x="156642" y="11707"/>
                  <a:pt x="144935" y="0"/>
                  <a:pt x="130535" y="0"/>
                </a:cubicBezTo>
                <a:lnTo>
                  <a:pt x="26107" y="0"/>
                </a:lnTo>
                <a:close/>
                <a:moveTo>
                  <a:pt x="39161" y="26107"/>
                </a:moveTo>
                <a:lnTo>
                  <a:pt x="117482" y="26107"/>
                </a:lnTo>
                <a:cubicBezTo>
                  <a:pt x="124702" y="26107"/>
                  <a:pt x="130535" y="31940"/>
                  <a:pt x="130535" y="39161"/>
                </a:cubicBezTo>
                <a:lnTo>
                  <a:pt x="130535" y="52214"/>
                </a:lnTo>
                <a:cubicBezTo>
                  <a:pt x="130535" y="59434"/>
                  <a:pt x="124702" y="65268"/>
                  <a:pt x="117482" y="65268"/>
                </a:cubicBezTo>
                <a:lnTo>
                  <a:pt x="39161" y="65268"/>
                </a:lnTo>
                <a:cubicBezTo>
                  <a:pt x="31940" y="65268"/>
                  <a:pt x="26107" y="59434"/>
                  <a:pt x="26107" y="52214"/>
                </a:cubicBezTo>
                <a:lnTo>
                  <a:pt x="26107" y="39161"/>
                </a:lnTo>
                <a:cubicBezTo>
                  <a:pt x="26107" y="31940"/>
                  <a:pt x="31940" y="26107"/>
                  <a:pt x="39161" y="26107"/>
                </a:cubicBezTo>
                <a:close/>
                <a:moveTo>
                  <a:pt x="45687" y="94638"/>
                </a:moveTo>
                <a:cubicBezTo>
                  <a:pt x="45687" y="100041"/>
                  <a:pt x="41301" y="104428"/>
                  <a:pt x="35897" y="104428"/>
                </a:cubicBezTo>
                <a:cubicBezTo>
                  <a:pt x="30494" y="104428"/>
                  <a:pt x="26107" y="100041"/>
                  <a:pt x="26107" y="94638"/>
                </a:cubicBezTo>
                <a:cubicBezTo>
                  <a:pt x="26107" y="89235"/>
                  <a:pt x="30494" y="84848"/>
                  <a:pt x="35897" y="84848"/>
                </a:cubicBezTo>
                <a:cubicBezTo>
                  <a:pt x="41301" y="84848"/>
                  <a:pt x="45687" y="89235"/>
                  <a:pt x="45687" y="94638"/>
                </a:cubicBezTo>
                <a:close/>
                <a:moveTo>
                  <a:pt x="78321" y="104428"/>
                </a:moveTo>
                <a:cubicBezTo>
                  <a:pt x="72918" y="104428"/>
                  <a:pt x="68531" y="100041"/>
                  <a:pt x="68531" y="94638"/>
                </a:cubicBezTo>
                <a:cubicBezTo>
                  <a:pt x="68531" y="89235"/>
                  <a:pt x="72918" y="84848"/>
                  <a:pt x="78321" y="84848"/>
                </a:cubicBezTo>
                <a:cubicBezTo>
                  <a:pt x="83725" y="84848"/>
                  <a:pt x="88111" y="89235"/>
                  <a:pt x="88111" y="94638"/>
                </a:cubicBezTo>
                <a:cubicBezTo>
                  <a:pt x="88111" y="100041"/>
                  <a:pt x="83725" y="104428"/>
                  <a:pt x="78321" y="104428"/>
                </a:cubicBezTo>
                <a:close/>
                <a:moveTo>
                  <a:pt x="130535" y="94638"/>
                </a:moveTo>
                <a:cubicBezTo>
                  <a:pt x="130535" y="100041"/>
                  <a:pt x="126149" y="104428"/>
                  <a:pt x="120745" y="104428"/>
                </a:cubicBezTo>
                <a:cubicBezTo>
                  <a:pt x="115342" y="104428"/>
                  <a:pt x="110955" y="100041"/>
                  <a:pt x="110955" y="94638"/>
                </a:cubicBezTo>
                <a:cubicBezTo>
                  <a:pt x="110955" y="89235"/>
                  <a:pt x="115342" y="84848"/>
                  <a:pt x="120745" y="84848"/>
                </a:cubicBezTo>
                <a:cubicBezTo>
                  <a:pt x="126149" y="84848"/>
                  <a:pt x="130535" y="89235"/>
                  <a:pt x="130535" y="94638"/>
                </a:cubicBezTo>
                <a:close/>
                <a:moveTo>
                  <a:pt x="35897" y="143589"/>
                </a:moveTo>
                <a:cubicBezTo>
                  <a:pt x="30494" y="143589"/>
                  <a:pt x="26107" y="139202"/>
                  <a:pt x="26107" y="133799"/>
                </a:cubicBezTo>
                <a:cubicBezTo>
                  <a:pt x="26107" y="128395"/>
                  <a:pt x="30494" y="124009"/>
                  <a:pt x="35897" y="124009"/>
                </a:cubicBezTo>
                <a:cubicBezTo>
                  <a:pt x="41301" y="124009"/>
                  <a:pt x="45687" y="128395"/>
                  <a:pt x="45687" y="133799"/>
                </a:cubicBezTo>
                <a:cubicBezTo>
                  <a:pt x="45687" y="139202"/>
                  <a:pt x="41301" y="143589"/>
                  <a:pt x="35897" y="143589"/>
                </a:cubicBezTo>
                <a:close/>
                <a:moveTo>
                  <a:pt x="88111" y="133799"/>
                </a:moveTo>
                <a:cubicBezTo>
                  <a:pt x="88111" y="139202"/>
                  <a:pt x="83725" y="143589"/>
                  <a:pt x="78321" y="143589"/>
                </a:cubicBezTo>
                <a:cubicBezTo>
                  <a:pt x="72918" y="143589"/>
                  <a:pt x="68531" y="139202"/>
                  <a:pt x="68531" y="133799"/>
                </a:cubicBezTo>
                <a:cubicBezTo>
                  <a:pt x="68531" y="128395"/>
                  <a:pt x="72918" y="124009"/>
                  <a:pt x="78321" y="124009"/>
                </a:cubicBezTo>
                <a:cubicBezTo>
                  <a:pt x="83725" y="124009"/>
                  <a:pt x="88111" y="128395"/>
                  <a:pt x="88111" y="133799"/>
                </a:cubicBezTo>
                <a:close/>
                <a:moveTo>
                  <a:pt x="120745" y="143589"/>
                </a:moveTo>
                <a:cubicBezTo>
                  <a:pt x="115342" y="143589"/>
                  <a:pt x="110955" y="139202"/>
                  <a:pt x="110955" y="133799"/>
                </a:cubicBezTo>
                <a:cubicBezTo>
                  <a:pt x="110955" y="128395"/>
                  <a:pt x="115342" y="124009"/>
                  <a:pt x="120745" y="124009"/>
                </a:cubicBezTo>
                <a:cubicBezTo>
                  <a:pt x="126149" y="124009"/>
                  <a:pt x="130535" y="128395"/>
                  <a:pt x="130535" y="133799"/>
                </a:cubicBezTo>
                <a:cubicBezTo>
                  <a:pt x="130535" y="139202"/>
                  <a:pt x="126149" y="143589"/>
                  <a:pt x="120745" y="143589"/>
                </a:cubicBezTo>
                <a:close/>
                <a:moveTo>
                  <a:pt x="26107" y="172959"/>
                </a:moveTo>
                <a:cubicBezTo>
                  <a:pt x="26107" y="167534"/>
                  <a:pt x="30472" y="163169"/>
                  <a:pt x="35897" y="163169"/>
                </a:cubicBezTo>
                <a:lnTo>
                  <a:pt x="81585" y="163169"/>
                </a:lnTo>
                <a:cubicBezTo>
                  <a:pt x="87010" y="163169"/>
                  <a:pt x="91375" y="167534"/>
                  <a:pt x="91375" y="172959"/>
                </a:cubicBezTo>
                <a:cubicBezTo>
                  <a:pt x="91375" y="178385"/>
                  <a:pt x="87010" y="182749"/>
                  <a:pt x="81585" y="182749"/>
                </a:cubicBezTo>
                <a:lnTo>
                  <a:pt x="35897" y="182749"/>
                </a:lnTo>
                <a:cubicBezTo>
                  <a:pt x="30472" y="182749"/>
                  <a:pt x="26107" y="178385"/>
                  <a:pt x="26107" y="172959"/>
                </a:cubicBezTo>
                <a:close/>
                <a:moveTo>
                  <a:pt x="120745" y="163169"/>
                </a:moveTo>
                <a:cubicBezTo>
                  <a:pt x="126171" y="163169"/>
                  <a:pt x="130535" y="167534"/>
                  <a:pt x="130535" y="172959"/>
                </a:cubicBezTo>
                <a:cubicBezTo>
                  <a:pt x="130535" y="178385"/>
                  <a:pt x="126171" y="182749"/>
                  <a:pt x="120745" y="182749"/>
                </a:cubicBezTo>
                <a:cubicBezTo>
                  <a:pt x="115320" y="182749"/>
                  <a:pt x="110955" y="178385"/>
                  <a:pt x="110955" y="172959"/>
                </a:cubicBezTo>
                <a:cubicBezTo>
                  <a:pt x="110955" y="167534"/>
                  <a:pt x="115320" y="163169"/>
                  <a:pt x="120745" y="1631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39585" y="3245979"/>
            <a:ext cx="159253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Average Marks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39585" y="3489645"/>
            <a:ext cx="157512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Mean score across subjects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59674" y="3254681"/>
            <a:ext cx="400308" cy="400308"/>
          </a:xfrm>
          <a:custGeom>
            <a:avLst/>
            <a:gdLst/>
            <a:ahLst/>
            <a:cxnLst/>
            <a:rect l="l" t="t" r="r" b="b"/>
            <a:pathLst>
              <a:path w="400308" h="400308">
                <a:moveTo>
                  <a:pt x="0" y="0"/>
                </a:moveTo>
                <a:lnTo>
                  <a:pt x="400308" y="0"/>
                </a:lnTo>
                <a:lnTo>
                  <a:pt x="400308" y="400308"/>
                </a:lnTo>
                <a:lnTo>
                  <a:pt x="0" y="400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165666" y="3333002"/>
            <a:ext cx="27847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21794" y="3946518"/>
            <a:ext cx="5195306" cy="722296"/>
          </a:xfrm>
          <a:custGeom>
            <a:avLst/>
            <a:gdLst/>
            <a:ahLst/>
            <a:cxnLst/>
            <a:rect l="l" t="t" r="r" b="b"/>
            <a:pathLst>
              <a:path w="5195306" h="722296">
                <a:moveTo>
                  <a:pt x="0" y="0"/>
                </a:moveTo>
                <a:lnTo>
                  <a:pt x="5195306" y="0"/>
                </a:lnTo>
                <a:lnTo>
                  <a:pt x="5195306" y="722296"/>
                </a:lnTo>
                <a:lnTo>
                  <a:pt x="0" y="72229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00193" y="4203238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208857"/>
                </a:moveTo>
                <a:cubicBezTo>
                  <a:pt x="162064" y="208857"/>
                  <a:pt x="208857" y="162064"/>
                  <a:pt x="208857" y="104428"/>
                </a:cubicBezTo>
                <a:cubicBezTo>
                  <a:pt x="208857" y="46793"/>
                  <a:pt x="162064" y="0"/>
                  <a:pt x="104428" y="0"/>
                </a:cubicBezTo>
                <a:cubicBezTo>
                  <a:pt x="46793" y="0"/>
                  <a:pt x="0" y="46793"/>
                  <a:pt x="0" y="104428"/>
                </a:cubicBezTo>
                <a:cubicBezTo>
                  <a:pt x="0" y="162064"/>
                  <a:pt x="46793" y="208857"/>
                  <a:pt x="104428" y="208857"/>
                </a:cubicBezTo>
                <a:close/>
                <a:moveTo>
                  <a:pt x="138857" y="86765"/>
                </a:moveTo>
                <a:lnTo>
                  <a:pt x="106223" y="138979"/>
                </a:lnTo>
                <a:cubicBezTo>
                  <a:pt x="104510" y="141712"/>
                  <a:pt x="101573" y="143426"/>
                  <a:pt x="98350" y="143589"/>
                </a:cubicBezTo>
                <a:cubicBezTo>
                  <a:pt x="95128" y="143752"/>
                  <a:pt x="92027" y="142284"/>
                  <a:pt x="90110" y="139673"/>
                </a:cubicBezTo>
                <a:lnTo>
                  <a:pt x="70530" y="113566"/>
                </a:lnTo>
                <a:cubicBezTo>
                  <a:pt x="67266" y="109242"/>
                  <a:pt x="68164" y="103123"/>
                  <a:pt x="72488" y="99860"/>
                </a:cubicBezTo>
                <a:cubicBezTo>
                  <a:pt x="76812" y="96596"/>
                  <a:pt x="82931" y="97494"/>
                  <a:pt x="86194" y="101818"/>
                </a:cubicBezTo>
                <a:lnTo>
                  <a:pt x="97208" y="116503"/>
                </a:lnTo>
                <a:lnTo>
                  <a:pt x="122254" y="76404"/>
                </a:lnTo>
                <a:cubicBezTo>
                  <a:pt x="125110" y="71835"/>
                  <a:pt x="131147" y="70407"/>
                  <a:pt x="135757" y="73304"/>
                </a:cubicBezTo>
                <a:cubicBezTo>
                  <a:pt x="140366" y="76200"/>
                  <a:pt x="141753" y="82196"/>
                  <a:pt x="138857" y="86806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39585" y="4098809"/>
            <a:ext cx="127054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Pass Percentage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39585" y="4342475"/>
            <a:ext cx="125313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Students passing rate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59674" y="4107512"/>
            <a:ext cx="400308" cy="400308"/>
          </a:xfrm>
          <a:custGeom>
            <a:avLst/>
            <a:gdLst/>
            <a:ahLst/>
            <a:cxnLst/>
            <a:rect l="l" t="t" r="r" b="b"/>
            <a:pathLst>
              <a:path w="400308" h="400308">
                <a:moveTo>
                  <a:pt x="0" y="0"/>
                </a:moveTo>
                <a:lnTo>
                  <a:pt x="400308" y="0"/>
                </a:lnTo>
                <a:lnTo>
                  <a:pt x="400308" y="400308"/>
                </a:lnTo>
                <a:lnTo>
                  <a:pt x="0" y="400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193269" y="4185833"/>
            <a:ext cx="21755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E66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✓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21794" y="4799349"/>
            <a:ext cx="5195306" cy="722296"/>
          </a:xfrm>
          <a:custGeom>
            <a:avLst/>
            <a:gdLst/>
            <a:ahLst/>
            <a:cxnLst/>
            <a:rect l="l" t="t" r="r" b="b"/>
            <a:pathLst>
              <a:path w="5195306" h="722296">
                <a:moveTo>
                  <a:pt x="0" y="0"/>
                </a:moveTo>
                <a:lnTo>
                  <a:pt x="5195306" y="0"/>
                </a:lnTo>
                <a:lnTo>
                  <a:pt x="5195306" y="722296"/>
                </a:lnTo>
                <a:lnTo>
                  <a:pt x="0" y="7222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4809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600193" y="5056069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208857"/>
                </a:moveTo>
                <a:cubicBezTo>
                  <a:pt x="162064" y="208857"/>
                  <a:pt x="208857" y="162064"/>
                  <a:pt x="208857" y="104428"/>
                </a:cubicBezTo>
                <a:cubicBezTo>
                  <a:pt x="208857" y="46793"/>
                  <a:pt x="162064" y="0"/>
                  <a:pt x="104428" y="0"/>
                </a:cubicBezTo>
                <a:cubicBezTo>
                  <a:pt x="46793" y="0"/>
                  <a:pt x="0" y="46793"/>
                  <a:pt x="0" y="104428"/>
                </a:cubicBezTo>
                <a:cubicBezTo>
                  <a:pt x="0" y="162064"/>
                  <a:pt x="46793" y="208857"/>
                  <a:pt x="104428" y="208857"/>
                </a:cubicBezTo>
                <a:close/>
                <a:moveTo>
                  <a:pt x="68123" y="68123"/>
                </a:moveTo>
                <a:cubicBezTo>
                  <a:pt x="71958" y="64289"/>
                  <a:pt x="78158" y="64289"/>
                  <a:pt x="81952" y="68123"/>
                </a:cubicBezTo>
                <a:lnTo>
                  <a:pt x="104387" y="90559"/>
                </a:lnTo>
                <a:lnTo>
                  <a:pt x="126823" y="68123"/>
                </a:lnTo>
                <a:cubicBezTo>
                  <a:pt x="130658" y="64289"/>
                  <a:pt x="136858" y="64289"/>
                  <a:pt x="140652" y="68123"/>
                </a:cubicBezTo>
                <a:cubicBezTo>
                  <a:pt x="144446" y="71958"/>
                  <a:pt x="144486" y="78158"/>
                  <a:pt x="140652" y="81952"/>
                </a:cubicBezTo>
                <a:lnTo>
                  <a:pt x="118216" y="104387"/>
                </a:lnTo>
                <a:lnTo>
                  <a:pt x="140652" y="126823"/>
                </a:lnTo>
                <a:cubicBezTo>
                  <a:pt x="144486" y="130658"/>
                  <a:pt x="144486" y="136858"/>
                  <a:pt x="140652" y="140652"/>
                </a:cubicBezTo>
                <a:cubicBezTo>
                  <a:pt x="136817" y="144446"/>
                  <a:pt x="130617" y="144486"/>
                  <a:pt x="126823" y="140652"/>
                </a:cubicBezTo>
                <a:lnTo>
                  <a:pt x="104387" y="118216"/>
                </a:lnTo>
                <a:lnTo>
                  <a:pt x="81952" y="140652"/>
                </a:lnTo>
                <a:cubicBezTo>
                  <a:pt x="78117" y="144486"/>
                  <a:pt x="71917" y="144486"/>
                  <a:pt x="68123" y="140652"/>
                </a:cubicBezTo>
                <a:cubicBezTo>
                  <a:pt x="64329" y="136817"/>
                  <a:pt x="64289" y="130617"/>
                  <a:pt x="68123" y="126823"/>
                </a:cubicBezTo>
                <a:lnTo>
                  <a:pt x="90559" y="104387"/>
                </a:lnTo>
                <a:lnTo>
                  <a:pt x="68123" y="81952"/>
                </a:lnTo>
                <a:cubicBezTo>
                  <a:pt x="64289" y="78117"/>
                  <a:pt x="64289" y="71917"/>
                  <a:pt x="68123" y="6812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39585" y="4951640"/>
            <a:ext cx="148810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Fail Count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39585" y="5195306"/>
            <a:ext cx="147069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Students needing support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59674" y="4960343"/>
            <a:ext cx="400308" cy="400308"/>
          </a:xfrm>
          <a:custGeom>
            <a:avLst/>
            <a:gdLst/>
            <a:ahLst/>
            <a:cxnLst/>
            <a:rect l="l" t="t" r="r" b="b"/>
            <a:pathLst>
              <a:path w="400308" h="400308">
                <a:moveTo>
                  <a:pt x="0" y="0"/>
                </a:moveTo>
                <a:lnTo>
                  <a:pt x="400308" y="0"/>
                </a:lnTo>
                <a:lnTo>
                  <a:pt x="400308" y="400308"/>
                </a:lnTo>
                <a:lnTo>
                  <a:pt x="0" y="400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1238888" y="5038664"/>
            <a:ext cx="13053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!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65499" y="5935006"/>
            <a:ext cx="11461002" cy="556951"/>
          </a:xfrm>
          <a:custGeom>
            <a:avLst/>
            <a:gdLst/>
            <a:ahLst/>
            <a:cxnLst/>
            <a:rect l="l" t="t" r="r" b="b"/>
            <a:pathLst>
              <a:path w="11461002" h="556951">
                <a:moveTo>
                  <a:pt x="0" y="0"/>
                </a:moveTo>
                <a:lnTo>
                  <a:pt x="11461002" y="0"/>
                </a:lnTo>
                <a:lnTo>
                  <a:pt x="11461002" y="556951"/>
                </a:lnTo>
                <a:lnTo>
                  <a:pt x="0" y="55695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2214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8630" y="6091649"/>
            <a:ext cx="1123474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These KPIs provide a comprehensive summary of student performance at a glance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75707" y="234993"/>
            <a:ext cx="857034" cy="857034"/>
          </a:xfrm>
          <a:custGeom>
            <a:avLst/>
            <a:gdLst/>
            <a:ahLst/>
            <a:cxnLst/>
            <a:rect l="l" t="t" r="r" b="b"/>
            <a:pathLst>
              <a:path w="857034" h="857034">
                <a:moveTo>
                  <a:pt x="428517" y="0"/>
                </a:moveTo>
                <a:lnTo>
                  <a:pt x="428517" y="0"/>
                </a:lnTo>
                <a:cubicBezTo>
                  <a:pt x="665180" y="0"/>
                  <a:pt x="857034" y="191854"/>
                  <a:pt x="857034" y="428517"/>
                </a:cubicBezTo>
                <a:lnTo>
                  <a:pt x="857034" y="428517"/>
                </a:lnTo>
                <a:cubicBezTo>
                  <a:pt x="857034" y="665180"/>
                  <a:pt x="665180" y="857034"/>
                  <a:pt x="428517" y="857034"/>
                </a:cubicBezTo>
                <a:lnTo>
                  <a:pt x="428517" y="857034"/>
                </a:lnTo>
                <a:cubicBezTo>
                  <a:pt x="191854" y="857034"/>
                  <a:pt x="0" y="665180"/>
                  <a:pt x="0" y="428517"/>
                </a:cubicBezTo>
                <a:lnTo>
                  <a:pt x="0" y="428517"/>
                </a:lnTo>
                <a:cubicBezTo>
                  <a:pt x="0" y="191854"/>
                  <a:pt x="191854" y="0"/>
                  <a:pt x="428517" y="0"/>
                </a:cubicBez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401296" y="5488205"/>
            <a:ext cx="562141" cy="562141"/>
          </a:xfrm>
          <a:custGeom>
            <a:avLst/>
            <a:gdLst/>
            <a:ahLst/>
            <a:cxnLst/>
            <a:rect l="l" t="t" r="r" b="b"/>
            <a:pathLst>
              <a:path w="562141" h="562141">
                <a:moveTo>
                  <a:pt x="0" y="0"/>
                </a:moveTo>
                <a:lnTo>
                  <a:pt x="562141" y="0"/>
                </a:lnTo>
                <a:lnTo>
                  <a:pt x="562141" y="562141"/>
                </a:lnTo>
                <a:lnTo>
                  <a:pt x="0" y="5621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232374" y="1411948"/>
            <a:ext cx="340971" cy="340971"/>
          </a:xfrm>
          <a:custGeom>
            <a:avLst/>
            <a:gdLst/>
            <a:ahLst/>
            <a:cxnLst/>
            <a:rect l="l" t="t" r="r" b="b"/>
            <a:pathLst>
              <a:path w="340971" h="340971">
                <a:moveTo>
                  <a:pt x="0" y="0"/>
                </a:moveTo>
                <a:lnTo>
                  <a:pt x="340971" y="0"/>
                </a:lnTo>
                <a:lnTo>
                  <a:pt x="340971" y="340971"/>
                </a:lnTo>
                <a:lnTo>
                  <a:pt x="0" y="34097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7048" y="423909"/>
            <a:ext cx="552925" cy="552925"/>
          </a:xfrm>
          <a:custGeom>
            <a:avLst/>
            <a:gdLst/>
            <a:ahLst/>
            <a:cxnLst/>
            <a:rect l="l" t="t" r="r" b="b"/>
            <a:pathLst>
              <a:path w="552925" h="552925">
                <a:moveTo>
                  <a:pt x="0" y="0"/>
                </a:moveTo>
                <a:lnTo>
                  <a:pt x="552925" y="0"/>
                </a:lnTo>
                <a:lnTo>
                  <a:pt x="552925" y="552925"/>
                </a:lnTo>
                <a:lnTo>
                  <a:pt x="0" y="552925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7583" y="562141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7279" y="17279"/>
                </a:moveTo>
                <a:cubicBezTo>
                  <a:pt x="26836" y="17279"/>
                  <a:pt x="34558" y="25000"/>
                  <a:pt x="34558" y="34558"/>
                </a:cubicBezTo>
                <a:lnTo>
                  <a:pt x="34558" y="215986"/>
                </a:lnTo>
                <a:cubicBezTo>
                  <a:pt x="34558" y="220738"/>
                  <a:pt x="38446" y="224626"/>
                  <a:pt x="43197" y="224626"/>
                </a:cubicBezTo>
                <a:lnTo>
                  <a:pt x="259184" y="224626"/>
                </a:lnTo>
                <a:cubicBezTo>
                  <a:pt x="268741" y="224626"/>
                  <a:pt x="276463" y="232347"/>
                  <a:pt x="276463" y="241905"/>
                </a:cubicBezTo>
                <a:cubicBezTo>
                  <a:pt x="276463" y="251462"/>
                  <a:pt x="268741" y="259184"/>
                  <a:pt x="259184" y="259184"/>
                </a:cubicBezTo>
                <a:lnTo>
                  <a:pt x="43197" y="259184"/>
                </a:lnTo>
                <a:cubicBezTo>
                  <a:pt x="19331" y="259184"/>
                  <a:pt x="0" y="239853"/>
                  <a:pt x="0" y="215986"/>
                </a:cubicBezTo>
                <a:lnTo>
                  <a:pt x="0" y="34558"/>
                </a:lnTo>
                <a:cubicBezTo>
                  <a:pt x="0" y="25000"/>
                  <a:pt x="7722" y="17279"/>
                  <a:pt x="17279" y="17279"/>
                </a:cubicBezTo>
                <a:close/>
                <a:moveTo>
                  <a:pt x="129592" y="51837"/>
                </a:moveTo>
                <a:cubicBezTo>
                  <a:pt x="133210" y="51837"/>
                  <a:pt x="136665" y="53349"/>
                  <a:pt x="139149" y="56048"/>
                </a:cubicBezTo>
                <a:lnTo>
                  <a:pt x="177541" y="97896"/>
                </a:lnTo>
                <a:lnTo>
                  <a:pt x="202487" y="72895"/>
                </a:lnTo>
                <a:cubicBezTo>
                  <a:pt x="207563" y="67820"/>
                  <a:pt x="215770" y="67820"/>
                  <a:pt x="220792" y="72895"/>
                </a:cubicBezTo>
                <a:lnTo>
                  <a:pt x="255350" y="107453"/>
                </a:lnTo>
                <a:cubicBezTo>
                  <a:pt x="257780" y="109883"/>
                  <a:pt x="259130" y="113177"/>
                  <a:pt x="259130" y="116633"/>
                </a:cubicBezTo>
                <a:lnTo>
                  <a:pt x="259130" y="177109"/>
                </a:lnTo>
                <a:cubicBezTo>
                  <a:pt x="259130" y="184290"/>
                  <a:pt x="253352" y="190068"/>
                  <a:pt x="246170" y="190068"/>
                </a:cubicBezTo>
                <a:lnTo>
                  <a:pt x="82021" y="190068"/>
                </a:lnTo>
                <a:cubicBezTo>
                  <a:pt x="74839" y="190068"/>
                  <a:pt x="69062" y="184290"/>
                  <a:pt x="69062" y="177109"/>
                </a:cubicBezTo>
                <a:lnTo>
                  <a:pt x="69062" y="116633"/>
                </a:lnTo>
                <a:cubicBezTo>
                  <a:pt x="69062" y="113393"/>
                  <a:pt x="70304" y="110261"/>
                  <a:pt x="72463" y="107885"/>
                </a:cubicBezTo>
                <a:lnTo>
                  <a:pt x="119980" y="56048"/>
                </a:lnTo>
                <a:cubicBezTo>
                  <a:pt x="122410" y="53349"/>
                  <a:pt x="125920" y="51837"/>
                  <a:pt x="129538" y="51837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5850" y="368617"/>
            <a:ext cx="3934984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kern="0" spc="58" dirty="0">
                <a:solidFill>
                  <a:srgbClr val="F2C811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ANALYTICS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5850" y="589787"/>
            <a:ext cx="4082431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Dashboard 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8617" y="1179574"/>
            <a:ext cx="11454766" cy="73723"/>
          </a:xfrm>
          <a:custGeom>
            <a:avLst/>
            <a:gdLst/>
            <a:ahLst/>
            <a:cxnLst/>
            <a:rect l="l" t="t" r="r" b="b"/>
            <a:pathLst>
              <a:path w="11454766" h="73723">
                <a:moveTo>
                  <a:pt x="0" y="0"/>
                </a:moveTo>
                <a:lnTo>
                  <a:pt x="11454766" y="0"/>
                </a:lnTo>
                <a:lnTo>
                  <a:pt x="11454766" y="73723"/>
                </a:lnTo>
                <a:lnTo>
                  <a:pt x="0" y="7372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7048" y="1456036"/>
            <a:ext cx="2718549" cy="1308590"/>
          </a:xfrm>
          <a:custGeom>
            <a:avLst/>
            <a:gdLst/>
            <a:ahLst/>
            <a:cxnLst/>
            <a:rect l="l" t="t" r="r" b="b"/>
            <a:pathLst>
              <a:path w="2718549" h="1308590">
                <a:moveTo>
                  <a:pt x="0" y="0"/>
                </a:moveTo>
                <a:lnTo>
                  <a:pt x="2718549" y="0"/>
                </a:lnTo>
                <a:lnTo>
                  <a:pt x="2718549" y="1308590"/>
                </a:lnTo>
                <a:lnTo>
                  <a:pt x="0" y="130859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26090" y="1621914"/>
            <a:ext cx="241905" cy="276463"/>
          </a:xfrm>
          <a:custGeom>
            <a:avLst/>
            <a:gdLst/>
            <a:ahLst/>
            <a:cxnLst/>
            <a:rect l="l" t="t" r="r" b="b"/>
            <a:pathLst>
              <a:path w="241905" h="276463">
                <a:moveTo>
                  <a:pt x="103673" y="69116"/>
                </a:moveTo>
                <a:cubicBezTo>
                  <a:pt x="103673" y="40506"/>
                  <a:pt x="80446" y="17279"/>
                  <a:pt x="51837" y="17279"/>
                </a:cubicBezTo>
                <a:cubicBezTo>
                  <a:pt x="23227" y="17279"/>
                  <a:pt x="0" y="40506"/>
                  <a:pt x="0" y="69116"/>
                </a:cubicBezTo>
                <a:cubicBezTo>
                  <a:pt x="0" y="97725"/>
                  <a:pt x="23227" y="120952"/>
                  <a:pt x="51837" y="120952"/>
                </a:cubicBezTo>
                <a:cubicBezTo>
                  <a:pt x="80446" y="120952"/>
                  <a:pt x="103673" y="97725"/>
                  <a:pt x="103673" y="69116"/>
                </a:cubicBezTo>
                <a:close/>
                <a:moveTo>
                  <a:pt x="241905" y="207347"/>
                </a:moveTo>
                <a:cubicBezTo>
                  <a:pt x="241905" y="178737"/>
                  <a:pt x="218677" y="155510"/>
                  <a:pt x="190068" y="155510"/>
                </a:cubicBezTo>
                <a:cubicBezTo>
                  <a:pt x="161459" y="155510"/>
                  <a:pt x="138231" y="178737"/>
                  <a:pt x="138231" y="207347"/>
                </a:cubicBezTo>
                <a:cubicBezTo>
                  <a:pt x="138231" y="235956"/>
                  <a:pt x="161459" y="259184"/>
                  <a:pt x="190068" y="259184"/>
                </a:cubicBezTo>
                <a:cubicBezTo>
                  <a:pt x="218677" y="259184"/>
                  <a:pt x="241905" y="235956"/>
                  <a:pt x="241905" y="207347"/>
                </a:cubicBezTo>
                <a:close/>
                <a:moveTo>
                  <a:pt x="236829" y="46761"/>
                </a:moveTo>
                <a:cubicBezTo>
                  <a:pt x="243579" y="40011"/>
                  <a:pt x="243579" y="29050"/>
                  <a:pt x="236829" y="22301"/>
                </a:cubicBezTo>
                <a:cubicBezTo>
                  <a:pt x="230080" y="15551"/>
                  <a:pt x="219118" y="15551"/>
                  <a:pt x="212369" y="22301"/>
                </a:cubicBezTo>
                <a:lnTo>
                  <a:pt x="5022" y="229648"/>
                </a:lnTo>
                <a:cubicBezTo>
                  <a:pt x="-1728" y="236397"/>
                  <a:pt x="-1728" y="247358"/>
                  <a:pt x="5022" y="254108"/>
                </a:cubicBezTo>
                <a:cubicBezTo>
                  <a:pt x="11771" y="260858"/>
                  <a:pt x="22733" y="260858"/>
                  <a:pt x="29482" y="254108"/>
                </a:cubicBezTo>
                <a:lnTo>
                  <a:pt x="236829" y="4676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986" y="1972100"/>
            <a:ext cx="2552671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063" y="2377578"/>
            <a:ext cx="246051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Average Score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6809" y="1456036"/>
            <a:ext cx="2718549" cy="1308590"/>
          </a:xfrm>
          <a:custGeom>
            <a:avLst/>
            <a:gdLst/>
            <a:ahLst/>
            <a:cxnLst/>
            <a:rect l="l" t="t" r="r" b="b"/>
            <a:pathLst>
              <a:path w="2718549" h="1308590">
                <a:moveTo>
                  <a:pt x="0" y="0"/>
                </a:moveTo>
                <a:lnTo>
                  <a:pt x="2718549" y="0"/>
                </a:lnTo>
                <a:lnTo>
                  <a:pt x="2718549" y="1308590"/>
                </a:lnTo>
                <a:lnTo>
                  <a:pt x="0" y="130859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08572" y="162191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38231" y="276463"/>
                </a:moveTo>
                <a:cubicBezTo>
                  <a:pt x="214523" y="276463"/>
                  <a:pt x="276463" y="214523"/>
                  <a:pt x="276463" y="138231"/>
                </a:cubicBezTo>
                <a:cubicBezTo>
                  <a:pt x="276463" y="61939"/>
                  <a:pt x="214523" y="0"/>
                  <a:pt x="138231" y="0"/>
                </a:cubicBezTo>
                <a:cubicBezTo>
                  <a:pt x="61939" y="0"/>
                  <a:pt x="0" y="61939"/>
                  <a:pt x="0" y="138231"/>
                </a:cubicBezTo>
                <a:cubicBezTo>
                  <a:pt x="0" y="214523"/>
                  <a:pt x="61939" y="276463"/>
                  <a:pt x="138231" y="276463"/>
                </a:cubicBezTo>
                <a:close/>
                <a:moveTo>
                  <a:pt x="183804" y="114851"/>
                </a:moveTo>
                <a:lnTo>
                  <a:pt x="140607" y="183966"/>
                </a:lnTo>
                <a:cubicBezTo>
                  <a:pt x="138339" y="187584"/>
                  <a:pt x="134452" y="189852"/>
                  <a:pt x="130186" y="190068"/>
                </a:cubicBezTo>
                <a:cubicBezTo>
                  <a:pt x="125920" y="190284"/>
                  <a:pt x="121816" y="188340"/>
                  <a:pt x="119278" y="184884"/>
                </a:cubicBezTo>
                <a:lnTo>
                  <a:pt x="93360" y="150327"/>
                </a:lnTo>
                <a:cubicBezTo>
                  <a:pt x="89040" y="144603"/>
                  <a:pt x="90228" y="136503"/>
                  <a:pt x="95952" y="132184"/>
                </a:cubicBezTo>
                <a:cubicBezTo>
                  <a:pt x="101676" y="127864"/>
                  <a:pt x="109775" y="129052"/>
                  <a:pt x="114095" y="134776"/>
                </a:cubicBezTo>
                <a:lnTo>
                  <a:pt x="128674" y="154214"/>
                </a:lnTo>
                <a:lnTo>
                  <a:pt x="161828" y="101136"/>
                </a:lnTo>
                <a:cubicBezTo>
                  <a:pt x="165608" y="95088"/>
                  <a:pt x="173599" y="93198"/>
                  <a:pt x="179701" y="97032"/>
                </a:cubicBezTo>
                <a:cubicBezTo>
                  <a:pt x="185802" y="100866"/>
                  <a:pt x="187638" y="108803"/>
                  <a:pt x="183804" y="1149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9748" y="1972100"/>
            <a:ext cx="2552671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5825" y="2377578"/>
            <a:ext cx="246051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Pass Rate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86570" y="1456036"/>
            <a:ext cx="2718549" cy="1308590"/>
          </a:xfrm>
          <a:custGeom>
            <a:avLst/>
            <a:gdLst/>
            <a:ahLst/>
            <a:cxnLst/>
            <a:rect l="l" t="t" r="r" b="b"/>
            <a:pathLst>
              <a:path w="2718549" h="1308590">
                <a:moveTo>
                  <a:pt x="0" y="0"/>
                </a:moveTo>
                <a:lnTo>
                  <a:pt x="2718549" y="0"/>
                </a:lnTo>
                <a:lnTo>
                  <a:pt x="2718549" y="1308590"/>
                </a:lnTo>
                <a:lnTo>
                  <a:pt x="0" y="130859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25612" y="1621914"/>
            <a:ext cx="241905" cy="276463"/>
          </a:xfrm>
          <a:custGeom>
            <a:avLst/>
            <a:gdLst/>
            <a:ahLst/>
            <a:cxnLst/>
            <a:rect l="l" t="t" r="r" b="b"/>
            <a:pathLst>
              <a:path w="241905" h="276463">
                <a:moveTo>
                  <a:pt x="207347" y="276463"/>
                </a:moveTo>
                <a:lnTo>
                  <a:pt x="51837" y="276463"/>
                </a:lnTo>
                <a:cubicBezTo>
                  <a:pt x="23219" y="276463"/>
                  <a:pt x="0" y="253244"/>
                  <a:pt x="0" y="224626"/>
                </a:cubicBezTo>
                <a:lnTo>
                  <a:pt x="0" y="51837"/>
                </a:lnTo>
                <a:cubicBezTo>
                  <a:pt x="0" y="23219"/>
                  <a:pt x="23219" y="0"/>
                  <a:pt x="51837" y="0"/>
                </a:cubicBezTo>
                <a:lnTo>
                  <a:pt x="215986" y="0"/>
                </a:lnTo>
                <a:cubicBezTo>
                  <a:pt x="230295" y="0"/>
                  <a:pt x="241905" y="11609"/>
                  <a:pt x="241905" y="25918"/>
                </a:cubicBezTo>
                <a:lnTo>
                  <a:pt x="241905" y="181429"/>
                </a:lnTo>
                <a:cubicBezTo>
                  <a:pt x="241905" y="192714"/>
                  <a:pt x="234669" y="202325"/>
                  <a:pt x="224626" y="205889"/>
                </a:cubicBezTo>
                <a:lnTo>
                  <a:pt x="224626" y="241905"/>
                </a:lnTo>
                <a:cubicBezTo>
                  <a:pt x="234183" y="241905"/>
                  <a:pt x="241905" y="249626"/>
                  <a:pt x="241905" y="259184"/>
                </a:cubicBezTo>
                <a:cubicBezTo>
                  <a:pt x="241905" y="268741"/>
                  <a:pt x="234183" y="276463"/>
                  <a:pt x="224626" y="276463"/>
                </a:cubicBezTo>
                <a:lnTo>
                  <a:pt x="207347" y="276463"/>
                </a:lnTo>
                <a:close/>
                <a:moveTo>
                  <a:pt x="51837" y="207347"/>
                </a:moveTo>
                <a:cubicBezTo>
                  <a:pt x="42279" y="207347"/>
                  <a:pt x="34558" y="215068"/>
                  <a:pt x="34558" y="224626"/>
                </a:cubicBezTo>
                <a:cubicBezTo>
                  <a:pt x="34558" y="234183"/>
                  <a:pt x="42279" y="241905"/>
                  <a:pt x="51837" y="241905"/>
                </a:cubicBezTo>
                <a:lnTo>
                  <a:pt x="190068" y="241905"/>
                </a:lnTo>
                <a:lnTo>
                  <a:pt x="190068" y="207347"/>
                </a:lnTo>
                <a:lnTo>
                  <a:pt x="51837" y="207347"/>
                </a:lnTo>
                <a:close/>
                <a:moveTo>
                  <a:pt x="69116" y="82075"/>
                </a:moveTo>
                <a:cubicBezTo>
                  <a:pt x="69116" y="89256"/>
                  <a:pt x="74893" y="95034"/>
                  <a:pt x="82075" y="95034"/>
                </a:cubicBezTo>
                <a:lnTo>
                  <a:pt x="177109" y="95034"/>
                </a:lnTo>
                <a:cubicBezTo>
                  <a:pt x="184290" y="95034"/>
                  <a:pt x="190068" y="89256"/>
                  <a:pt x="190068" y="82075"/>
                </a:cubicBezTo>
                <a:cubicBezTo>
                  <a:pt x="190068" y="74893"/>
                  <a:pt x="184290" y="69116"/>
                  <a:pt x="177109" y="69116"/>
                </a:cubicBezTo>
                <a:lnTo>
                  <a:pt x="82075" y="69116"/>
                </a:lnTo>
                <a:cubicBezTo>
                  <a:pt x="74893" y="69116"/>
                  <a:pt x="69116" y="74893"/>
                  <a:pt x="69116" y="82075"/>
                </a:cubicBezTo>
                <a:close/>
                <a:moveTo>
                  <a:pt x="82075" y="120952"/>
                </a:moveTo>
                <a:cubicBezTo>
                  <a:pt x="74893" y="120952"/>
                  <a:pt x="69116" y="126730"/>
                  <a:pt x="69116" y="133912"/>
                </a:cubicBezTo>
                <a:cubicBezTo>
                  <a:pt x="69116" y="141093"/>
                  <a:pt x="74893" y="146871"/>
                  <a:pt x="82075" y="146871"/>
                </a:cubicBezTo>
                <a:lnTo>
                  <a:pt x="177109" y="146871"/>
                </a:lnTo>
                <a:cubicBezTo>
                  <a:pt x="184290" y="146871"/>
                  <a:pt x="190068" y="141093"/>
                  <a:pt x="190068" y="133912"/>
                </a:cubicBezTo>
                <a:cubicBezTo>
                  <a:pt x="190068" y="126730"/>
                  <a:pt x="184290" y="120952"/>
                  <a:pt x="177109" y="120952"/>
                </a:cubicBezTo>
                <a:lnTo>
                  <a:pt x="82075" y="120952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9509" y="1972100"/>
            <a:ext cx="2552671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5586" y="2377578"/>
            <a:ext cx="246051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Subjects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86332" y="1456036"/>
            <a:ext cx="2718549" cy="1308590"/>
          </a:xfrm>
          <a:custGeom>
            <a:avLst/>
            <a:gdLst/>
            <a:ahLst/>
            <a:cxnLst/>
            <a:rect l="l" t="t" r="r" b="b"/>
            <a:pathLst>
              <a:path w="2718549" h="1308590">
                <a:moveTo>
                  <a:pt x="0" y="0"/>
                </a:moveTo>
                <a:lnTo>
                  <a:pt x="2718549" y="0"/>
                </a:lnTo>
                <a:lnTo>
                  <a:pt x="2718549" y="1308590"/>
                </a:lnTo>
                <a:lnTo>
                  <a:pt x="0" y="130859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25446" y="1621914"/>
            <a:ext cx="241905" cy="276463"/>
          </a:xfrm>
          <a:custGeom>
            <a:avLst/>
            <a:gdLst/>
            <a:ahLst/>
            <a:cxnLst/>
            <a:rect l="l" t="t" r="r" b="b"/>
            <a:pathLst>
              <a:path w="241905" h="276463">
                <a:moveTo>
                  <a:pt x="69116" y="0"/>
                </a:moveTo>
                <a:cubicBezTo>
                  <a:pt x="78673" y="0"/>
                  <a:pt x="86395" y="7722"/>
                  <a:pt x="86395" y="17279"/>
                </a:cubicBezTo>
                <a:lnTo>
                  <a:pt x="86395" y="34558"/>
                </a:lnTo>
                <a:lnTo>
                  <a:pt x="155510" y="34558"/>
                </a:lnTo>
                <a:lnTo>
                  <a:pt x="155510" y="17279"/>
                </a:lnTo>
                <a:cubicBezTo>
                  <a:pt x="155510" y="7722"/>
                  <a:pt x="163232" y="0"/>
                  <a:pt x="172789" y="0"/>
                </a:cubicBezTo>
                <a:cubicBezTo>
                  <a:pt x="182347" y="0"/>
                  <a:pt x="190068" y="7722"/>
                  <a:pt x="190068" y="17279"/>
                </a:cubicBezTo>
                <a:lnTo>
                  <a:pt x="190068" y="34558"/>
                </a:lnTo>
                <a:lnTo>
                  <a:pt x="207347" y="34558"/>
                </a:lnTo>
                <a:cubicBezTo>
                  <a:pt x="226408" y="34558"/>
                  <a:pt x="241905" y="50055"/>
                  <a:pt x="241905" y="69116"/>
                </a:cubicBezTo>
                <a:lnTo>
                  <a:pt x="241905" y="224626"/>
                </a:lnTo>
                <a:cubicBezTo>
                  <a:pt x="241905" y="243687"/>
                  <a:pt x="226408" y="259184"/>
                  <a:pt x="207347" y="259184"/>
                </a:cubicBezTo>
                <a:lnTo>
                  <a:pt x="34558" y="259184"/>
                </a:lnTo>
                <a:cubicBezTo>
                  <a:pt x="15497" y="259184"/>
                  <a:pt x="0" y="243687"/>
                  <a:pt x="0" y="224626"/>
                </a:cubicBezTo>
                <a:lnTo>
                  <a:pt x="0" y="69116"/>
                </a:lnTo>
                <a:cubicBezTo>
                  <a:pt x="0" y="50055"/>
                  <a:pt x="15497" y="34558"/>
                  <a:pt x="34558" y="34558"/>
                </a:cubicBezTo>
                <a:lnTo>
                  <a:pt x="51837" y="34558"/>
                </a:lnTo>
                <a:lnTo>
                  <a:pt x="51837" y="17279"/>
                </a:lnTo>
                <a:cubicBezTo>
                  <a:pt x="51837" y="7722"/>
                  <a:pt x="59558" y="0"/>
                  <a:pt x="69116" y="0"/>
                </a:cubicBezTo>
                <a:close/>
                <a:moveTo>
                  <a:pt x="166526" y="123490"/>
                </a:moveTo>
                <a:cubicBezTo>
                  <a:pt x="170305" y="117443"/>
                  <a:pt x="168469" y="109451"/>
                  <a:pt x="162422" y="105617"/>
                </a:cubicBezTo>
                <a:cubicBezTo>
                  <a:pt x="156374" y="101784"/>
                  <a:pt x="148383" y="103673"/>
                  <a:pt x="144549" y="109721"/>
                </a:cubicBezTo>
                <a:lnTo>
                  <a:pt x="111395" y="162800"/>
                </a:lnTo>
                <a:lnTo>
                  <a:pt x="96816" y="143361"/>
                </a:lnTo>
                <a:cubicBezTo>
                  <a:pt x="92496" y="137637"/>
                  <a:pt x="84397" y="136449"/>
                  <a:pt x="78673" y="140769"/>
                </a:cubicBezTo>
                <a:cubicBezTo>
                  <a:pt x="72949" y="145089"/>
                  <a:pt x="71761" y="153188"/>
                  <a:pt x="76081" y="158912"/>
                </a:cubicBezTo>
                <a:lnTo>
                  <a:pt x="102000" y="193470"/>
                </a:lnTo>
                <a:cubicBezTo>
                  <a:pt x="104537" y="196872"/>
                  <a:pt x="108641" y="198815"/>
                  <a:pt x="112907" y="198653"/>
                </a:cubicBezTo>
                <a:cubicBezTo>
                  <a:pt x="117173" y="198491"/>
                  <a:pt x="121060" y="196224"/>
                  <a:pt x="123328" y="192552"/>
                </a:cubicBezTo>
                <a:lnTo>
                  <a:pt x="166526" y="1234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69270" y="1972100"/>
            <a:ext cx="2552671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2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15348" y="2377578"/>
            <a:ext cx="2460517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7048" y="2985796"/>
            <a:ext cx="5593760" cy="1216435"/>
          </a:xfrm>
          <a:custGeom>
            <a:avLst/>
            <a:gdLst/>
            <a:ahLst/>
            <a:cxnLst/>
            <a:rect l="l" t="t" r="r" b="b"/>
            <a:pathLst>
              <a:path w="5593760" h="1216435">
                <a:moveTo>
                  <a:pt x="0" y="0"/>
                </a:moveTo>
                <a:lnTo>
                  <a:pt x="5593760" y="0"/>
                </a:lnTo>
                <a:lnTo>
                  <a:pt x="5593760" y="1216435"/>
                </a:lnTo>
                <a:lnTo>
                  <a:pt x="0" y="1216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610" y="3202358"/>
            <a:ext cx="488417" cy="488417"/>
          </a:xfrm>
          <a:custGeom>
            <a:avLst/>
            <a:gdLst/>
            <a:ahLst/>
            <a:cxnLst/>
            <a:rect l="l" t="t" r="r" b="b"/>
            <a:pathLst>
              <a:path w="488417" h="488417">
                <a:moveTo>
                  <a:pt x="0" y="0"/>
                </a:moveTo>
                <a:lnTo>
                  <a:pt x="488417" y="0"/>
                </a:lnTo>
                <a:lnTo>
                  <a:pt x="488417" y="488417"/>
                </a:lnTo>
                <a:lnTo>
                  <a:pt x="0" y="48841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234" y="3335982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27646" y="27646"/>
                </a:moveTo>
                <a:cubicBezTo>
                  <a:pt x="27646" y="20000"/>
                  <a:pt x="21469" y="13823"/>
                  <a:pt x="13823" y="13823"/>
                </a:cubicBezTo>
                <a:cubicBezTo>
                  <a:pt x="6177" y="13823"/>
                  <a:pt x="0" y="20000"/>
                  <a:pt x="0" y="27646"/>
                </a:cubicBezTo>
                <a:lnTo>
                  <a:pt x="0" y="172789"/>
                </a:lnTo>
                <a:cubicBezTo>
                  <a:pt x="0" y="191882"/>
                  <a:pt x="15465" y="207347"/>
                  <a:pt x="34558" y="207347"/>
                </a:cubicBezTo>
                <a:lnTo>
                  <a:pt x="207347" y="207347"/>
                </a:lnTo>
                <a:cubicBezTo>
                  <a:pt x="214993" y="207347"/>
                  <a:pt x="221170" y="201170"/>
                  <a:pt x="221170" y="193524"/>
                </a:cubicBezTo>
                <a:cubicBezTo>
                  <a:pt x="221170" y="185878"/>
                  <a:pt x="214993" y="179701"/>
                  <a:pt x="207347" y="179701"/>
                </a:cubicBezTo>
                <a:lnTo>
                  <a:pt x="34558" y="179701"/>
                </a:lnTo>
                <a:cubicBezTo>
                  <a:pt x="30756" y="179701"/>
                  <a:pt x="27646" y="176590"/>
                  <a:pt x="27646" y="172789"/>
                </a:cubicBezTo>
                <a:lnTo>
                  <a:pt x="27646" y="27646"/>
                </a:lnTo>
                <a:close/>
                <a:moveTo>
                  <a:pt x="203286" y="65055"/>
                </a:moveTo>
                <a:cubicBezTo>
                  <a:pt x="208686" y="59655"/>
                  <a:pt x="208686" y="50886"/>
                  <a:pt x="203286" y="45487"/>
                </a:cubicBezTo>
                <a:cubicBezTo>
                  <a:pt x="197887" y="40087"/>
                  <a:pt x="189118" y="40087"/>
                  <a:pt x="183718" y="45487"/>
                </a:cubicBezTo>
                <a:lnTo>
                  <a:pt x="138231" y="91017"/>
                </a:lnTo>
                <a:lnTo>
                  <a:pt x="113436" y="66265"/>
                </a:lnTo>
                <a:cubicBezTo>
                  <a:pt x="108036" y="60865"/>
                  <a:pt x="99267" y="60865"/>
                  <a:pt x="93868" y="66265"/>
                </a:cubicBezTo>
                <a:lnTo>
                  <a:pt x="52398" y="107734"/>
                </a:lnTo>
                <a:cubicBezTo>
                  <a:pt x="46999" y="113134"/>
                  <a:pt x="46999" y="121903"/>
                  <a:pt x="52398" y="127302"/>
                </a:cubicBezTo>
                <a:cubicBezTo>
                  <a:pt x="57798" y="132702"/>
                  <a:pt x="66567" y="132702"/>
                  <a:pt x="71967" y="127302"/>
                </a:cubicBezTo>
                <a:lnTo>
                  <a:pt x="103673" y="95596"/>
                </a:lnTo>
                <a:lnTo>
                  <a:pt x="128469" y="120391"/>
                </a:lnTo>
                <a:cubicBezTo>
                  <a:pt x="133868" y="125790"/>
                  <a:pt x="142637" y="125790"/>
                  <a:pt x="148037" y="120391"/>
                </a:cubicBezTo>
                <a:lnTo>
                  <a:pt x="203330" y="650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53297" y="3188535"/>
            <a:ext cx="461692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53297" y="3520290"/>
            <a:ext cx="4598494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Average student score is around </a:t>
            </a: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70%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, indicating good overall academic performance across the dataset.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5001" y="2985796"/>
            <a:ext cx="5593760" cy="1216435"/>
          </a:xfrm>
          <a:custGeom>
            <a:avLst/>
            <a:gdLst/>
            <a:ahLst/>
            <a:cxnLst/>
            <a:rect l="l" t="t" r="r" b="b"/>
            <a:pathLst>
              <a:path w="5593760" h="1216435">
                <a:moveTo>
                  <a:pt x="0" y="0"/>
                </a:moveTo>
                <a:lnTo>
                  <a:pt x="5593760" y="0"/>
                </a:lnTo>
                <a:lnTo>
                  <a:pt x="5593760" y="1216435"/>
                </a:lnTo>
                <a:lnTo>
                  <a:pt x="0" y="1216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21563" y="3202358"/>
            <a:ext cx="488417" cy="488417"/>
          </a:xfrm>
          <a:custGeom>
            <a:avLst/>
            <a:gdLst/>
            <a:ahLst/>
            <a:cxnLst/>
            <a:rect l="l" t="t" r="r" b="b"/>
            <a:pathLst>
              <a:path w="488417" h="488417">
                <a:moveTo>
                  <a:pt x="0" y="0"/>
                </a:moveTo>
                <a:lnTo>
                  <a:pt x="488417" y="0"/>
                </a:lnTo>
                <a:lnTo>
                  <a:pt x="488417" y="488417"/>
                </a:lnTo>
                <a:lnTo>
                  <a:pt x="0" y="48841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55187" y="3335982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62334" y="0"/>
                </a:moveTo>
                <a:lnTo>
                  <a:pt x="159096" y="0"/>
                </a:lnTo>
                <a:cubicBezTo>
                  <a:pt x="170543" y="0"/>
                  <a:pt x="179873" y="9417"/>
                  <a:pt x="179441" y="20821"/>
                </a:cubicBezTo>
                <a:cubicBezTo>
                  <a:pt x="179355" y="23111"/>
                  <a:pt x="179269" y="25400"/>
                  <a:pt x="179139" y="27646"/>
                </a:cubicBezTo>
                <a:lnTo>
                  <a:pt x="200565" y="27646"/>
                </a:lnTo>
                <a:cubicBezTo>
                  <a:pt x="211839" y="27646"/>
                  <a:pt x="221775" y="36977"/>
                  <a:pt x="220911" y="49159"/>
                </a:cubicBezTo>
                <a:cubicBezTo>
                  <a:pt x="217671" y="93954"/>
                  <a:pt x="194777" y="118577"/>
                  <a:pt x="169938" y="131449"/>
                </a:cubicBezTo>
                <a:cubicBezTo>
                  <a:pt x="163113" y="134991"/>
                  <a:pt x="156158" y="137627"/>
                  <a:pt x="149549" y="139570"/>
                </a:cubicBezTo>
                <a:cubicBezTo>
                  <a:pt x="140823" y="151925"/>
                  <a:pt x="131752" y="158448"/>
                  <a:pt x="124538" y="161947"/>
                </a:cubicBezTo>
                <a:lnTo>
                  <a:pt x="124538" y="193524"/>
                </a:lnTo>
                <a:lnTo>
                  <a:pt x="152184" y="193524"/>
                </a:lnTo>
                <a:cubicBezTo>
                  <a:pt x="159830" y="193524"/>
                  <a:pt x="166007" y="199701"/>
                  <a:pt x="166007" y="207347"/>
                </a:cubicBezTo>
                <a:cubicBezTo>
                  <a:pt x="166007" y="214993"/>
                  <a:pt x="159830" y="221170"/>
                  <a:pt x="152184" y="221170"/>
                </a:cubicBezTo>
                <a:lnTo>
                  <a:pt x="69245" y="221170"/>
                </a:lnTo>
                <a:cubicBezTo>
                  <a:pt x="61599" y="221170"/>
                  <a:pt x="55422" y="214993"/>
                  <a:pt x="55422" y="207347"/>
                </a:cubicBezTo>
                <a:cubicBezTo>
                  <a:pt x="55422" y="199701"/>
                  <a:pt x="61599" y="193524"/>
                  <a:pt x="69245" y="193524"/>
                </a:cubicBezTo>
                <a:lnTo>
                  <a:pt x="96891" y="193524"/>
                </a:lnTo>
                <a:lnTo>
                  <a:pt x="96891" y="161947"/>
                </a:lnTo>
                <a:cubicBezTo>
                  <a:pt x="89980" y="158620"/>
                  <a:pt x="81384" y="152443"/>
                  <a:pt x="73003" y="141082"/>
                </a:cubicBezTo>
                <a:cubicBezTo>
                  <a:pt x="65055" y="139009"/>
                  <a:pt x="56416" y="135855"/>
                  <a:pt x="47992" y="131104"/>
                </a:cubicBezTo>
                <a:cubicBezTo>
                  <a:pt x="24622" y="118015"/>
                  <a:pt x="3542" y="93349"/>
                  <a:pt x="518" y="49072"/>
                </a:cubicBezTo>
                <a:cubicBezTo>
                  <a:pt x="-302" y="36934"/>
                  <a:pt x="9590" y="27603"/>
                  <a:pt x="20864" y="27603"/>
                </a:cubicBezTo>
                <a:lnTo>
                  <a:pt x="42290" y="27603"/>
                </a:lnTo>
                <a:cubicBezTo>
                  <a:pt x="42161" y="25357"/>
                  <a:pt x="42074" y="23111"/>
                  <a:pt x="41988" y="20778"/>
                </a:cubicBezTo>
                <a:cubicBezTo>
                  <a:pt x="41556" y="9331"/>
                  <a:pt x="50886" y="-43"/>
                  <a:pt x="62334" y="-43"/>
                </a:cubicBezTo>
                <a:close/>
                <a:moveTo>
                  <a:pt x="43845" y="48381"/>
                </a:moveTo>
                <a:lnTo>
                  <a:pt x="21210" y="48381"/>
                </a:lnTo>
                <a:cubicBezTo>
                  <a:pt x="23888" y="84969"/>
                  <a:pt x="40692" y="103285"/>
                  <a:pt x="58014" y="113004"/>
                </a:cubicBezTo>
                <a:cubicBezTo>
                  <a:pt x="51794" y="96891"/>
                  <a:pt x="46653" y="75854"/>
                  <a:pt x="43845" y="48381"/>
                </a:cubicBezTo>
                <a:close/>
                <a:moveTo>
                  <a:pt x="164150" y="110931"/>
                </a:moveTo>
                <a:cubicBezTo>
                  <a:pt x="181645" y="100650"/>
                  <a:pt x="197455" y="82377"/>
                  <a:pt x="200133" y="48381"/>
                </a:cubicBezTo>
                <a:lnTo>
                  <a:pt x="177541" y="48381"/>
                </a:lnTo>
                <a:cubicBezTo>
                  <a:pt x="174863" y="74688"/>
                  <a:pt x="170024" y="95120"/>
                  <a:pt x="164150" y="1109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71251" y="3188535"/>
            <a:ext cx="461692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71251" y="3520290"/>
            <a:ext cx="4598494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100% pass percentage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in the current dataset shows excellent student outcomes.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7048" y="4423401"/>
            <a:ext cx="5593760" cy="1216435"/>
          </a:xfrm>
          <a:custGeom>
            <a:avLst/>
            <a:gdLst/>
            <a:ahLst/>
            <a:cxnLst/>
            <a:rect l="l" t="t" r="r" b="b"/>
            <a:pathLst>
              <a:path w="5593760" h="1216435">
                <a:moveTo>
                  <a:pt x="0" y="0"/>
                </a:moveTo>
                <a:lnTo>
                  <a:pt x="5593760" y="0"/>
                </a:lnTo>
                <a:lnTo>
                  <a:pt x="5593760" y="1216435"/>
                </a:lnTo>
                <a:lnTo>
                  <a:pt x="0" y="1216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610" y="4639964"/>
            <a:ext cx="488417" cy="488417"/>
          </a:xfrm>
          <a:custGeom>
            <a:avLst/>
            <a:gdLst/>
            <a:ahLst/>
            <a:cxnLst/>
            <a:rect l="l" t="t" r="r" b="b"/>
            <a:pathLst>
              <a:path w="488417" h="488417">
                <a:moveTo>
                  <a:pt x="0" y="0"/>
                </a:moveTo>
                <a:lnTo>
                  <a:pt x="488417" y="0"/>
                </a:lnTo>
                <a:lnTo>
                  <a:pt x="488417" y="488417"/>
                </a:lnTo>
                <a:lnTo>
                  <a:pt x="0" y="48841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9587" y="4773587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65878" y="13823"/>
                </a:moveTo>
                <a:lnTo>
                  <a:pt x="221170" y="13823"/>
                </a:lnTo>
                <a:cubicBezTo>
                  <a:pt x="228816" y="13823"/>
                  <a:pt x="234993" y="20000"/>
                  <a:pt x="234993" y="27646"/>
                </a:cubicBezTo>
                <a:cubicBezTo>
                  <a:pt x="234993" y="35292"/>
                  <a:pt x="228816" y="41469"/>
                  <a:pt x="221170" y="41469"/>
                </a:cubicBezTo>
                <a:lnTo>
                  <a:pt x="172098" y="41469"/>
                </a:lnTo>
                <a:cubicBezTo>
                  <a:pt x="169852" y="52614"/>
                  <a:pt x="162206" y="61815"/>
                  <a:pt x="152054" y="66221"/>
                </a:cubicBezTo>
                <a:lnTo>
                  <a:pt x="152054" y="193524"/>
                </a:lnTo>
                <a:lnTo>
                  <a:pt x="221170" y="193524"/>
                </a:lnTo>
                <a:cubicBezTo>
                  <a:pt x="228816" y="193524"/>
                  <a:pt x="234993" y="199701"/>
                  <a:pt x="234993" y="207347"/>
                </a:cubicBezTo>
                <a:cubicBezTo>
                  <a:pt x="234993" y="214993"/>
                  <a:pt x="228816" y="221170"/>
                  <a:pt x="221170" y="221170"/>
                </a:cubicBezTo>
                <a:lnTo>
                  <a:pt x="55293" y="221170"/>
                </a:lnTo>
                <a:cubicBezTo>
                  <a:pt x="47647" y="221170"/>
                  <a:pt x="41469" y="214993"/>
                  <a:pt x="41469" y="207347"/>
                </a:cubicBezTo>
                <a:cubicBezTo>
                  <a:pt x="41469" y="199701"/>
                  <a:pt x="47647" y="193524"/>
                  <a:pt x="55293" y="193524"/>
                </a:cubicBezTo>
                <a:lnTo>
                  <a:pt x="124408" y="193524"/>
                </a:lnTo>
                <a:lnTo>
                  <a:pt x="124408" y="66221"/>
                </a:lnTo>
                <a:cubicBezTo>
                  <a:pt x="114257" y="61772"/>
                  <a:pt x="106611" y="52571"/>
                  <a:pt x="104365" y="41469"/>
                </a:cubicBezTo>
                <a:lnTo>
                  <a:pt x="55293" y="41469"/>
                </a:lnTo>
                <a:cubicBezTo>
                  <a:pt x="47647" y="41469"/>
                  <a:pt x="41469" y="35292"/>
                  <a:pt x="41469" y="27646"/>
                </a:cubicBezTo>
                <a:cubicBezTo>
                  <a:pt x="41469" y="20000"/>
                  <a:pt x="47647" y="13823"/>
                  <a:pt x="55293" y="13823"/>
                </a:cubicBezTo>
                <a:lnTo>
                  <a:pt x="110585" y="13823"/>
                </a:lnTo>
                <a:cubicBezTo>
                  <a:pt x="116892" y="5443"/>
                  <a:pt x="126914" y="0"/>
                  <a:pt x="138231" y="0"/>
                </a:cubicBezTo>
                <a:cubicBezTo>
                  <a:pt x="149549" y="0"/>
                  <a:pt x="159571" y="5443"/>
                  <a:pt x="165878" y="13823"/>
                </a:cubicBezTo>
                <a:close/>
                <a:moveTo>
                  <a:pt x="189895" y="138231"/>
                </a:moveTo>
                <a:lnTo>
                  <a:pt x="252445" y="138231"/>
                </a:lnTo>
                <a:lnTo>
                  <a:pt x="221170" y="84580"/>
                </a:lnTo>
                <a:lnTo>
                  <a:pt x="189895" y="138231"/>
                </a:lnTo>
                <a:close/>
                <a:moveTo>
                  <a:pt x="221170" y="179701"/>
                </a:moveTo>
                <a:cubicBezTo>
                  <a:pt x="193999" y="179701"/>
                  <a:pt x="171407" y="165014"/>
                  <a:pt x="166741" y="145618"/>
                </a:cubicBezTo>
                <a:cubicBezTo>
                  <a:pt x="165618" y="140866"/>
                  <a:pt x="167173" y="135985"/>
                  <a:pt x="169636" y="131752"/>
                </a:cubicBezTo>
                <a:lnTo>
                  <a:pt x="210760" y="61254"/>
                </a:lnTo>
                <a:cubicBezTo>
                  <a:pt x="212919" y="57539"/>
                  <a:pt x="216894" y="55293"/>
                  <a:pt x="221170" y="55293"/>
                </a:cubicBezTo>
                <a:cubicBezTo>
                  <a:pt x="225447" y="55293"/>
                  <a:pt x="229421" y="57582"/>
                  <a:pt x="231581" y="61254"/>
                </a:cubicBezTo>
                <a:lnTo>
                  <a:pt x="272704" y="131752"/>
                </a:lnTo>
                <a:cubicBezTo>
                  <a:pt x="275167" y="135985"/>
                  <a:pt x="276722" y="140866"/>
                  <a:pt x="275599" y="145618"/>
                </a:cubicBezTo>
                <a:cubicBezTo>
                  <a:pt x="270933" y="164970"/>
                  <a:pt x="248341" y="179701"/>
                  <a:pt x="221170" y="179701"/>
                </a:cubicBezTo>
                <a:close/>
                <a:moveTo>
                  <a:pt x="54774" y="84580"/>
                </a:moveTo>
                <a:lnTo>
                  <a:pt x="23499" y="138231"/>
                </a:lnTo>
                <a:lnTo>
                  <a:pt x="86092" y="138231"/>
                </a:lnTo>
                <a:lnTo>
                  <a:pt x="54774" y="84580"/>
                </a:lnTo>
                <a:close/>
                <a:moveTo>
                  <a:pt x="389" y="145618"/>
                </a:moveTo>
                <a:cubicBezTo>
                  <a:pt x="-734" y="140866"/>
                  <a:pt x="821" y="135985"/>
                  <a:pt x="3283" y="131752"/>
                </a:cubicBezTo>
                <a:lnTo>
                  <a:pt x="44407" y="61254"/>
                </a:lnTo>
                <a:cubicBezTo>
                  <a:pt x="46567" y="57539"/>
                  <a:pt x="50541" y="55293"/>
                  <a:pt x="54817" y="55293"/>
                </a:cubicBezTo>
                <a:cubicBezTo>
                  <a:pt x="59094" y="55293"/>
                  <a:pt x="63068" y="57582"/>
                  <a:pt x="65228" y="61254"/>
                </a:cubicBezTo>
                <a:lnTo>
                  <a:pt x="106352" y="131752"/>
                </a:lnTo>
                <a:cubicBezTo>
                  <a:pt x="108814" y="135985"/>
                  <a:pt x="110369" y="140866"/>
                  <a:pt x="109246" y="145618"/>
                </a:cubicBezTo>
                <a:cubicBezTo>
                  <a:pt x="104581" y="164970"/>
                  <a:pt x="81988" y="179701"/>
                  <a:pt x="54817" y="179701"/>
                </a:cubicBezTo>
                <a:cubicBezTo>
                  <a:pt x="27646" y="179701"/>
                  <a:pt x="5054" y="165014"/>
                  <a:pt x="389" y="145618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53297" y="4626141"/>
            <a:ext cx="461692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Subject Analysis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53297" y="4957896"/>
            <a:ext cx="4598494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Subject-wise comparison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highlights weaker subjects requiring additional focus and support.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5001" y="4423401"/>
            <a:ext cx="5593760" cy="1216435"/>
          </a:xfrm>
          <a:custGeom>
            <a:avLst/>
            <a:gdLst/>
            <a:ahLst/>
            <a:cxnLst/>
            <a:rect l="l" t="t" r="r" b="b"/>
            <a:pathLst>
              <a:path w="5593760" h="1216435">
                <a:moveTo>
                  <a:pt x="0" y="0"/>
                </a:moveTo>
                <a:lnTo>
                  <a:pt x="5593760" y="0"/>
                </a:lnTo>
                <a:lnTo>
                  <a:pt x="5593760" y="1216435"/>
                </a:lnTo>
                <a:lnTo>
                  <a:pt x="0" y="1216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21563" y="4639964"/>
            <a:ext cx="488417" cy="488417"/>
          </a:xfrm>
          <a:custGeom>
            <a:avLst/>
            <a:gdLst/>
            <a:ahLst/>
            <a:cxnLst/>
            <a:rect l="l" t="t" r="r" b="b"/>
            <a:pathLst>
              <a:path w="488417" h="488417">
                <a:moveTo>
                  <a:pt x="0" y="0"/>
                </a:moveTo>
                <a:lnTo>
                  <a:pt x="488417" y="0"/>
                </a:lnTo>
                <a:lnTo>
                  <a:pt x="488417" y="488417"/>
                </a:lnTo>
                <a:lnTo>
                  <a:pt x="0" y="48841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27541" y="4773587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58748" y="55293"/>
                </a:moveTo>
                <a:cubicBezTo>
                  <a:pt x="58748" y="26683"/>
                  <a:pt x="81976" y="3456"/>
                  <a:pt x="110585" y="3456"/>
                </a:cubicBezTo>
                <a:cubicBezTo>
                  <a:pt x="139195" y="3456"/>
                  <a:pt x="162422" y="26683"/>
                  <a:pt x="162422" y="55293"/>
                </a:cubicBezTo>
                <a:cubicBezTo>
                  <a:pt x="162422" y="83902"/>
                  <a:pt x="139195" y="107129"/>
                  <a:pt x="110585" y="107129"/>
                </a:cubicBezTo>
                <a:cubicBezTo>
                  <a:pt x="81976" y="107129"/>
                  <a:pt x="58748" y="83902"/>
                  <a:pt x="58748" y="55293"/>
                </a:cubicBezTo>
                <a:close/>
                <a:moveTo>
                  <a:pt x="20735" y="208340"/>
                </a:moveTo>
                <a:cubicBezTo>
                  <a:pt x="20735" y="165791"/>
                  <a:pt x="55206" y="131320"/>
                  <a:pt x="97755" y="131320"/>
                </a:cubicBezTo>
                <a:lnTo>
                  <a:pt x="123415" y="131320"/>
                </a:lnTo>
                <a:cubicBezTo>
                  <a:pt x="165964" y="131320"/>
                  <a:pt x="200435" y="165791"/>
                  <a:pt x="200435" y="208340"/>
                </a:cubicBezTo>
                <a:cubicBezTo>
                  <a:pt x="200435" y="215425"/>
                  <a:pt x="194690" y="221170"/>
                  <a:pt x="187606" y="221170"/>
                </a:cubicBezTo>
                <a:lnTo>
                  <a:pt x="33564" y="221170"/>
                </a:lnTo>
                <a:cubicBezTo>
                  <a:pt x="26480" y="221170"/>
                  <a:pt x="20735" y="215425"/>
                  <a:pt x="20735" y="208340"/>
                </a:cubicBezTo>
                <a:close/>
                <a:moveTo>
                  <a:pt x="264540" y="57323"/>
                </a:moveTo>
                <a:lnTo>
                  <a:pt x="229982" y="112615"/>
                </a:lnTo>
                <a:cubicBezTo>
                  <a:pt x="228168" y="115510"/>
                  <a:pt x="225058" y="117324"/>
                  <a:pt x="221645" y="117497"/>
                </a:cubicBezTo>
                <a:cubicBezTo>
                  <a:pt x="218233" y="117669"/>
                  <a:pt x="214950" y="116114"/>
                  <a:pt x="212919" y="113350"/>
                </a:cubicBezTo>
                <a:lnTo>
                  <a:pt x="192185" y="85703"/>
                </a:lnTo>
                <a:cubicBezTo>
                  <a:pt x="188729" y="81124"/>
                  <a:pt x="189679" y="74645"/>
                  <a:pt x="194258" y="71189"/>
                </a:cubicBezTo>
                <a:cubicBezTo>
                  <a:pt x="198837" y="67733"/>
                  <a:pt x="205317" y="68684"/>
                  <a:pt x="208772" y="73263"/>
                </a:cubicBezTo>
                <a:lnTo>
                  <a:pt x="220436" y="88814"/>
                </a:lnTo>
                <a:lnTo>
                  <a:pt x="246959" y="46351"/>
                </a:lnTo>
                <a:cubicBezTo>
                  <a:pt x="249983" y="41513"/>
                  <a:pt x="256376" y="40001"/>
                  <a:pt x="261257" y="43068"/>
                </a:cubicBezTo>
                <a:cubicBezTo>
                  <a:pt x="266138" y="46135"/>
                  <a:pt x="267607" y="52485"/>
                  <a:pt x="264540" y="5736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71251" y="4626141"/>
            <a:ext cx="4616925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 Impact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71251" y="4957896"/>
            <a:ext cx="4598494" cy="479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Attendance shows a </a:t>
            </a: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positive impact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on academic performance, reinforcing the importance of regular attendance.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7048" y="5861007"/>
            <a:ext cx="11417905" cy="608218"/>
          </a:xfrm>
          <a:custGeom>
            <a:avLst/>
            <a:gdLst/>
            <a:ahLst/>
            <a:cxnLst/>
            <a:rect l="l" t="t" r="r" b="b"/>
            <a:pathLst>
              <a:path w="11417905" h="608218">
                <a:moveTo>
                  <a:pt x="0" y="0"/>
                </a:moveTo>
                <a:lnTo>
                  <a:pt x="11417905" y="0"/>
                </a:lnTo>
                <a:lnTo>
                  <a:pt x="11417905" y="608218"/>
                </a:lnTo>
                <a:lnTo>
                  <a:pt x="0" y="608218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515882" y="602688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34558" y="17279"/>
                </a:moveTo>
                <a:cubicBezTo>
                  <a:pt x="15497" y="17279"/>
                  <a:pt x="0" y="32776"/>
                  <a:pt x="0" y="51837"/>
                </a:cubicBezTo>
                <a:lnTo>
                  <a:pt x="0" y="190068"/>
                </a:lnTo>
                <a:cubicBezTo>
                  <a:pt x="0" y="209129"/>
                  <a:pt x="15497" y="224626"/>
                  <a:pt x="34558" y="224626"/>
                </a:cubicBezTo>
                <a:lnTo>
                  <a:pt x="112313" y="224626"/>
                </a:lnTo>
                <a:lnTo>
                  <a:pt x="103673" y="250544"/>
                </a:lnTo>
                <a:lnTo>
                  <a:pt x="64796" y="250544"/>
                </a:lnTo>
                <a:cubicBezTo>
                  <a:pt x="57614" y="250544"/>
                  <a:pt x="51837" y="256322"/>
                  <a:pt x="51837" y="263503"/>
                </a:cubicBezTo>
                <a:cubicBezTo>
                  <a:pt x="51837" y="270685"/>
                  <a:pt x="57614" y="276463"/>
                  <a:pt x="64796" y="276463"/>
                </a:cubicBezTo>
                <a:lnTo>
                  <a:pt x="211667" y="276463"/>
                </a:lnTo>
                <a:cubicBezTo>
                  <a:pt x="218848" y="276463"/>
                  <a:pt x="224626" y="270685"/>
                  <a:pt x="224626" y="263503"/>
                </a:cubicBezTo>
                <a:cubicBezTo>
                  <a:pt x="224626" y="256322"/>
                  <a:pt x="218848" y="250544"/>
                  <a:pt x="211667" y="250544"/>
                </a:cubicBezTo>
                <a:lnTo>
                  <a:pt x="172789" y="250544"/>
                </a:lnTo>
                <a:lnTo>
                  <a:pt x="164150" y="224626"/>
                </a:lnTo>
                <a:lnTo>
                  <a:pt x="241905" y="224626"/>
                </a:lnTo>
                <a:cubicBezTo>
                  <a:pt x="260966" y="224626"/>
                  <a:pt x="276463" y="209129"/>
                  <a:pt x="276463" y="190068"/>
                </a:cubicBezTo>
                <a:lnTo>
                  <a:pt x="276463" y="51837"/>
                </a:lnTo>
                <a:cubicBezTo>
                  <a:pt x="276463" y="32776"/>
                  <a:pt x="260966" y="17279"/>
                  <a:pt x="241905" y="17279"/>
                </a:cubicBezTo>
                <a:lnTo>
                  <a:pt x="34558" y="17279"/>
                </a:lnTo>
                <a:close/>
                <a:moveTo>
                  <a:pt x="51837" y="51837"/>
                </a:moveTo>
                <a:lnTo>
                  <a:pt x="224626" y="51837"/>
                </a:lnTo>
                <a:cubicBezTo>
                  <a:pt x="234183" y="51837"/>
                  <a:pt x="241905" y="59558"/>
                  <a:pt x="241905" y="69116"/>
                </a:cubicBezTo>
                <a:lnTo>
                  <a:pt x="241905" y="155510"/>
                </a:lnTo>
                <a:cubicBezTo>
                  <a:pt x="241905" y="165068"/>
                  <a:pt x="234183" y="172789"/>
                  <a:pt x="224626" y="172789"/>
                </a:cubicBezTo>
                <a:lnTo>
                  <a:pt x="51837" y="172789"/>
                </a:lnTo>
                <a:cubicBezTo>
                  <a:pt x="42279" y="172789"/>
                  <a:pt x="34558" y="165068"/>
                  <a:pt x="34558" y="155510"/>
                </a:cubicBezTo>
                <a:lnTo>
                  <a:pt x="34558" y="69116"/>
                </a:lnTo>
                <a:cubicBezTo>
                  <a:pt x="34558" y="59558"/>
                  <a:pt x="42279" y="51837"/>
                  <a:pt x="51837" y="51837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72045" y="6036100"/>
            <a:ext cx="682862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Power BI Dashboard: Real-time Visualizations &amp; Drill-down Capabilities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8717" y="308717"/>
            <a:ext cx="857034" cy="857034"/>
          </a:xfrm>
          <a:custGeom>
            <a:avLst/>
            <a:gdLst/>
            <a:ahLst/>
            <a:cxnLst/>
            <a:rect l="l" t="t" r="r" b="b"/>
            <a:pathLst>
              <a:path w="857034" h="857034">
                <a:moveTo>
                  <a:pt x="428517" y="0"/>
                </a:moveTo>
                <a:lnTo>
                  <a:pt x="428517" y="0"/>
                </a:lnTo>
                <a:cubicBezTo>
                  <a:pt x="665180" y="0"/>
                  <a:pt x="857034" y="191854"/>
                  <a:pt x="857034" y="428517"/>
                </a:cubicBezTo>
                <a:lnTo>
                  <a:pt x="857034" y="428517"/>
                </a:lnTo>
                <a:cubicBezTo>
                  <a:pt x="857034" y="665180"/>
                  <a:pt x="665180" y="857034"/>
                  <a:pt x="428517" y="857034"/>
                </a:cubicBezTo>
                <a:lnTo>
                  <a:pt x="428517" y="857034"/>
                </a:lnTo>
                <a:cubicBezTo>
                  <a:pt x="191854" y="857034"/>
                  <a:pt x="0" y="665180"/>
                  <a:pt x="0" y="428517"/>
                </a:cubicBezTo>
                <a:lnTo>
                  <a:pt x="0" y="428517"/>
                </a:lnTo>
                <a:cubicBezTo>
                  <a:pt x="0" y="191854"/>
                  <a:pt x="191854" y="0"/>
                  <a:pt x="428517" y="0"/>
                </a:cubicBez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10807122" y="5474490"/>
            <a:ext cx="709587" cy="709587"/>
          </a:xfrm>
          <a:custGeom>
            <a:avLst/>
            <a:gdLst/>
            <a:ahLst/>
            <a:cxnLst/>
            <a:rect l="l" t="t" r="r" b="b"/>
            <a:pathLst>
              <a:path w="709587" h="709587">
                <a:moveTo>
                  <a:pt x="0" y="0"/>
                </a:moveTo>
                <a:lnTo>
                  <a:pt x="709587" y="0"/>
                </a:lnTo>
                <a:lnTo>
                  <a:pt x="709587" y="709587"/>
                </a:lnTo>
                <a:lnTo>
                  <a:pt x="0" y="70958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2700000">
            <a:off x="10753558" y="481461"/>
            <a:ext cx="562141" cy="562141"/>
          </a:xfrm>
          <a:custGeom>
            <a:avLst/>
            <a:gdLst/>
            <a:ahLst/>
            <a:cxnLst/>
            <a:rect l="l" t="t" r="r" b="b"/>
            <a:pathLst>
              <a:path w="562141" h="562141">
                <a:moveTo>
                  <a:pt x="0" y="0"/>
                </a:moveTo>
                <a:lnTo>
                  <a:pt x="562141" y="0"/>
                </a:lnTo>
                <a:lnTo>
                  <a:pt x="562141" y="562141"/>
                </a:lnTo>
                <a:lnTo>
                  <a:pt x="0" y="56214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806892" y="5156567"/>
            <a:ext cx="414694" cy="414694"/>
          </a:xfrm>
          <a:custGeom>
            <a:avLst/>
            <a:gdLst/>
            <a:ahLst/>
            <a:cxnLst/>
            <a:rect l="l" t="t" r="r" b="b"/>
            <a:pathLst>
              <a:path w="414694" h="414694">
                <a:moveTo>
                  <a:pt x="0" y="0"/>
                </a:moveTo>
                <a:lnTo>
                  <a:pt x="414694" y="0"/>
                </a:lnTo>
                <a:lnTo>
                  <a:pt x="414694" y="414694"/>
                </a:lnTo>
                <a:lnTo>
                  <a:pt x="0" y="41469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39217" y="1488290"/>
            <a:ext cx="340971" cy="340971"/>
          </a:xfrm>
          <a:custGeom>
            <a:avLst/>
            <a:gdLst/>
            <a:ahLst/>
            <a:cxnLst/>
            <a:rect l="l" t="t" r="r" b="b"/>
            <a:pathLst>
              <a:path w="340971" h="340971">
                <a:moveTo>
                  <a:pt x="170485" y="0"/>
                </a:moveTo>
                <a:lnTo>
                  <a:pt x="170485" y="0"/>
                </a:lnTo>
                <a:cubicBezTo>
                  <a:pt x="264642" y="0"/>
                  <a:pt x="340971" y="76329"/>
                  <a:pt x="340971" y="170485"/>
                </a:cubicBezTo>
                <a:lnTo>
                  <a:pt x="340971" y="170485"/>
                </a:lnTo>
                <a:cubicBezTo>
                  <a:pt x="340971" y="264642"/>
                  <a:pt x="264642" y="340971"/>
                  <a:pt x="170485" y="340971"/>
                </a:cubicBezTo>
                <a:lnTo>
                  <a:pt x="170485" y="340971"/>
                </a:lnTo>
                <a:cubicBezTo>
                  <a:pt x="76329" y="340971"/>
                  <a:pt x="0" y="264642"/>
                  <a:pt x="0" y="170485"/>
                </a:cubicBezTo>
                <a:lnTo>
                  <a:pt x="0" y="170485"/>
                </a:lnTo>
                <a:cubicBezTo>
                  <a:pt x="0" y="76329"/>
                  <a:pt x="76329" y="0"/>
                  <a:pt x="170485" y="0"/>
                </a:cubicBez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59840" y="-92154"/>
            <a:ext cx="2266993" cy="516063"/>
          </a:xfrm>
          <a:custGeom>
            <a:avLst/>
            <a:gdLst/>
            <a:ahLst/>
            <a:cxnLst/>
            <a:rect l="l" t="t" r="r" b="b"/>
            <a:pathLst>
              <a:path w="2266993" h="516063">
                <a:moveTo>
                  <a:pt x="0" y="0"/>
                </a:moveTo>
                <a:lnTo>
                  <a:pt x="2266993" y="0"/>
                </a:lnTo>
                <a:lnTo>
                  <a:pt x="2266993" y="516063"/>
                </a:lnTo>
                <a:lnTo>
                  <a:pt x="0" y="51606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27087" y="36862"/>
            <a:ext cx="173249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0385" y="589787"/>
            <a:ext cx="11731229" cy="55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5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9736" y="1290159"/>
            <a:ext cx="1769361" cy="73723"/>
          </a:xfrm>
          <a:custGeom>
            <a:avLst/>
            <a:gdLst/>
            <a:ahLst/>
            <a:cxnLst/>
            <a:rect l="l" t="t" r="r" b="b"/>
            <a:pathLst>
              <a:path w="1769361" h="73723">
                <a:moveTo>
                  <a:pt x="0" y="0"/>
                </a:moveTo>
                <a:lnTo>
                  <a:pt x="1769361" y="0"/>
                </a:lnTo>
                <a:lnTo>
                  <a:pt x="1769361" y="73723"/>
                </a:lnTo>
                <a:lnTo>
                  <a:pt x="0" y="7372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7048" y="1603483"/>
            <a:ext cx="3658522" cy="1879946"/>
          </a:xfrm>
          <a:custGeom>
            <a:avLst/>
            <a:gdLst/>
            <a:ahLst/>
            <a:cxnLst/>
            <a:rect l="l" t="t" r="r" b="b"/>
            <a:pathLst>
              <a:path w="3658522" h="1879946">
                <a:moveTo>
                  <a:pt x="0" y="0"/>
                </a:moveTo>
                <a:lnTo>
                  <a:pt x="3658522" y="0"/>
                </a:lnTo>
                <a:lnTo>
                  <a:pt x="3658522" y="1879946"/>
                </a:lnTo>
                <a:lnTo>
                  <a:pt x="0" y="18799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39270" y="1824653"/>
            <a:ext cx="552925" cy="552925"/>
          </a:xfrm>
          <a:custGeom>
            <a:avLst/>
            <a:gdLst/>
            <a:ahLst/>
            <a:cxnLst/>
            <a:rect l="l" t="t" r="r" b="b"/>
            <a:pathLst>
              <a:path w="552925" h="552925">
                <a:moveTo>
                  <a:pt x="0" y="0"/>
                </a:moveTo>
                <a:lnTo>
                  <a:pt x="552925" y="0"/>
                </a:lnTo>
                <a:lnTo>
                  <a:pt x="552925" y="552925"/>
                </a:lnTo>
                <a:lnTo>
                  <a:pt x="0" y="5529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79805" y="196288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38231" y="276463"/>
                </a:moveTo>
                <a:cubicBezTo>
                  <a:pt x="214523" y="276463"/>
                  <a:pt x="276463" y="214523"/>
                  <a:pt x="276463" y="138231"/>
                </a:cubicBezTo>
                <a:cubicBezTo>
                  <a:pt x="276463" y="61939"/>
                  <a:pt x="214523" y="0"/>
                  <a:pt x="138231" y="0"/>
                </a:cubicBezTo>
                <a:cubicBezTo>
                  <a:pt x="61939" y="0"/>
                  <a:pt x="0" y="61939"/>
                  <a:pt x="0" y="138231"/>
                </a:cubicBezTo>
                <a:cubicBezTo>
                  <a:pt x="0" y="214523"/>
                  <a:pt x="61939" y="276463"/>
                  <a:pt x="138231" y="276463"/>
                </a:cubicBezTo>
                <a:close/>
                <a:moveTo>
                  <a:pt x="183804" y="114851"/>
                </a:moveTo>
                <a:lnTo>
                  <a:pt x="140607" y="183966"/>
                </a:lnTo>
                <a:cubicBezTo>
                  <a:pt x="138339" y="187584"/>
                  <a:pt x="134452" y="189852"/>
                  <a:pt x="130186" y="190068"/>
                </a:cubicBezTo>
                <a:cubicBezTo>
                  <a:pt x="125920" y="190284"/>
                  <a:pt x="121816" y="188340"/>
                  <a:pt x="119278" y="184884"/>
                </a:cubicBezTo>
                <a:lnTo>
                  <a:pt x="93360" y="150327"/>
                </a:lnTo>
                <a:cubicBezTo>
                  <a:pt x="89040" y="144603"/>
                  <a:pt x="90228" y="136503"/>
                  <a:pt x="95952" y="132184"/>
                </a:cubicBezTo>
                <a:cubicBezTo>
                  <a:pt x="101676" y="127864"/>
                  <a:pt x="109775" y="129052"/>
                  <a:pt x="114095" y="134776"/>
                </a:cubicBezTo>
                <a:lnTo>
                  <a:pt x="128674" y="154214"/>
                </a:lnTo>
                <a:lnTo>
                  <a:pt x="161828" y="101136"/>
                </a:lnTo>
                <a:cubicBezTo>
                  <a:pt x="165608" y="95088"/>
                  <a:pt x="173599" y="93198"/>
                  <a:pt x="179701" y="97032"/>
                </a:cubicBezTo>
                <a:cubicBezTo>
                  <a:pt x="185802" y="100866"/>
                  <a:pt x="187638" y="108803"/>
                  <a:pt x="183804" y="1149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3710" y="2506594"/>
            <a:ext cx="334519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2925" y="2838349"/>
            <a:ext cx="3326766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Successfully analyzes student performance using </a:t>
            </a: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65659" y="1603483"/>
            <a:ext cx="3658522" cy="1879946"/>
          </a:xfrm>
          <a:custGeom>
            <a:avLst/>
            <a:gdLst/>
            <a:ahLst/>
            <a:cxnLst/>
            <a:rect l="l" t="t" r="r" b="b"/>
            <a:pathLst>
              <a:path w="3658522" h="1879946">
                <a:moveTo>
                  <a:pt x="0" y="0"/>
                </a:moveTo>
                <a:lnTo>
                  <a:pt x="3658522" y="0"/>
                </a:lnTo>
                <a:lnTo>
                  <a:pt x="3658522" y="1879946"/>
                </a:lnTo>
                <a:lnTo>
                  <a:pt x="0" y="18799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17954" y="1824653"/>
            <a:ext cx="552925" cy="552925"/>
          </a:xfrm>
          <a:custGeom>
            <a:avLst/>
            <a:gdLst/>
            <a:ahLst/>
            <a:cxnLst/>
            <a:rect l="l" t="t" r="r" b="b"/>
            <a:pathLst>
              <a:path w="552925" h="552925">
                <a:moveTo>
                  <a:pt x="0" y="0"/>
                </a:moveTo>
                <a:lnTo>
                  <a:pt x="552925" y="0"/>
                </a:lnTo>
                <a:lnTo>
                  <a:pt x="552925" y="552925"/>
                </a:lnTo>
                <a:lnTo>
                  <a:pt x="0" y="552925"/>
                </a:lnTo>
                <a:lnTo>
                  <a:pt x="0" y="0"/>
                </a:lnTo>
                <a:close/>
              </a:path>
            </a:pathLst>
          </a:custGeom>
          <a:solidFill>
            <a:srgbClr val="0089D6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1210" y="1962884"/>
            <a:ext cx="311020" cy="276463"/>
          </a:xfrm>
          <a:custGeom>
            <a:avLst/>
            <a:gdLst/>
            <a:ahLst/>
            <a:cxnLst/>
            <a:rect l="l" t="t" r="r" b="b"/>
            <a:pathLst>
              <a:path w="311020" h="276463">
                <a:moveTo>
                  <a:pt x="0" y="181429"/>
                </a:moveTo>
                <a:cubicBezTo>
                  <a:pt x="0" y="224356"/>
                  <a:pt x="34828" y="259184"/>
                  <a:pt x="77755" y="259184"/>
                </a:cubicBezTo>
                <a:lnTo>
                  <a:pt x="241905" y="259184"/>
                </a:lnTo>
                <a:cubicBezTo>
                  <a:pt x="280080" y="259184"/>
                  <a:pt x="311020" y="228244"/>
                  <a:pt x="311020" y="190068"/>
                </a:cubicBezTo>
                <a:cubicBezTo>
                  <a:pt x="311020" y="162206"/>
                  <a:pt x="294551" y="138177"/>
                  <a:pt x="270793" y="127270"/>
                </a:cubicBezTo>
                <a:cubicBezTo>
                  <a:pt x="274411" y="120196"/>
                  <a:pt x="276463" y="112151"/>
                  <a:pt x="276463" y="103673"/>
                </a:cubicBezTo>
                <a:cubicBezTo>
                  <a:pt x="276463" y="75055"/>
                  <a:pt x="253244" y="51837"/>
                  <a:pt x="224626" y="51837"/>
                </a:cubicBezTo>
                <a:cubicBezTo>
                  <a:pt x="215068" y="51837"/>
                  <a:pt x="206159" y="54429"/>
                  <a:pt x="198491" y="58910"/>
                </a:cubicBezTo>
                <a:cubicBezTo>
                  <a:pt x="185478" y="34180"/>
                  <a:pt x="159506" y="17279"/>
                  <a:pt x="129592" y="17279"/>
                </a:cubicBezTo>
                <a:cubicBezTo>
                  <a:pt x="86665" y="17279"/>
                  <a:pt x="51837" y="52107"/>
                  <a:pt x="51837" y="95034"/>
                </a:cubicBezTo>
                <a:cubicBezTo>
                  <a:pt x="51837" y="99354"/>
                  <a:pt x="52215" y="103619"/>
                  <a:pt x="52863" y="107723"/>
                </a:cubicBezTo>
                <a:cubicBezTo>
                  <a:pt x="22139" y="118091"/>
                  <a:pt x="0" y="147195"/>
                  <a:pt x="0" y="18142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22321" y="2506594"/>
            <a:ext cx="334519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Secure 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1537" y="2838349"/>
            <a:ext cx="3326766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Azure SQL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ensures secure and 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44343" y="1603483"/>
            <a:ext cx="3658522" cy="1879946"/>
          </a:xfrm>
          <a:custGeom>
            <a:avLst/>
            <a:gdLst/>
            <a:ahLst/>
            <a:cxnLst/>
            <a:rect l="l" t="t" r="r" b="b"/>
            <a:pathLst>
              <a:path w="3658522" h="1879946">
                <a:moveTo>
                  <a:pt x="0" y="0"/>
                </a:moveTo>
                <a:lnTo>
                  <a:pt x="3658522" y="0"/>
                </a:lnTo>
                <a:lnTo>
                  <a:pt x="3658522" y="1879946"/>
                </a:lnTo>
                <a:lnTo>
                  <a:pt x="0" y="18799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96637" y="1824653"/>
            <a:ext cx="552925" cy="552925"/>
          </a:xfrm>
          <a:custGeom>
            <a:avLst/>
            <a:gdLst/>
            <a:ahLst/>
            <a:cxnLst/>
            <a:rect l="l" t="t" r="r" b="b"/>
            <a:pathLst>
              <a:path w="552925" h="552925">
                <a:moveTo>
                  <a:pt x="0" y="0"/>
                </a:moveTo>
                <a:lnTo>
                  <a:pt x="552925" y="0"/>
                </a:lnTo>
                <a:lnTo>
                  <a:pt x="552925" y="552925"/>
                </a:lnTo>
                <a:lnTo>
                  <a:pt x="0" y="552925"/>
                </a:lnTo>
                <a:lnTo>
                  <a:pt x="0" y="0"/>
                </a:lnTo>
                <a:close/>
              </a:path>
            </a:pathLst>
          </a:custGeom>
          <a:solidFill>
            <a:srgbClr val="F2C811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19893" y="1962884"/>
            <a:ext cx="311020" cy="276463"/>
          </a:xfrm>
          <a:custGeom>
            <a:avLst/>
            <a:gdLst/>
            <a:ahLst/>
            <a:cxnLst/>
            <a:rect l="l" t="t" r="r" b="b"/>
            <a:pathLst>
              <a:path w="311020" h="276463">
                <a:moveTo>
                  <a:pt x="276679" y="129592"/>
                </a:moveTo>
                <a:lnTo>
                  <a:pt x="181645" y="129592"/>
                </a:lnTo>
                <a:cubicBezTo>
                  <a:pt x="172087" y="129592"/>
                  <a:pt x="164366" y="121870"/>
                  <a:pt x="164366" y="112313"/>
                </a:cubicBezTo>
                <a:lnTo>
                  <a:pt x="164366" y="17279"/>
                </a:lnTo>
                <a:cubicBezTo>
                  <a:pt x="164366" y="7722"/>
                  <a:pt x="172141" y="-108"/>
                  <a:pt x="181591" y="1134"/>
                </a:cubicBezTo>
                <a:cubicBezTo>
                  <a:pt x="239367" y="8801"/>
                  <a:pt x="285156" y="54591"/>
                  <a:pt x="292824" y="112367"/>
                </a:cubicBezTo>
                <a:cubicBezTo>
                  <a:pt x="294065" y="121816"/>
                  <a:pt x="286236" y="129592"/>
                  <a:pt x="276679" y="129592"/>
                </a:cubicBezTo>
                <a:close/>
                <a:moveTo>
                  <a:pt x="120196" y="20087"/>
                </a:moveTo>
                <a:cubicBezTo>
                  <a:pt x="129970" y="18035"/>
                  <a:pt x="138447" y="26026"/>
                  <a:pt x="138447" y="36016"/>
                </a:cubicBezTo>
                <a:lnTo>
                  <a:pt x="138447" y="142551"/>
                </a:lnTo>
                <a:cubicBezTo>
                  <a:pt x="138447" y="145575"/>
                  <a:pt x="139527" y="148491"/>
                  <a:pt x="141417" y="150813"/>
                </a:cubicBezTo>
                <a:lnTo>
                  <a:pt x="212747" y="236883"/>
                </a:lnTo>
                <a:cubicBezTo>
                  <a:pt x="219064" y="244497"/>
                  <a:pt x="217714" y="255998"/>
                  <a:pt x="209021" y="260696"/>
                </a:cubicBezTo>
                <a:cubicBezTo>
                  <a:pt x="190608" y="270739"/>
                  <a:pt x="169495" y="276463"/>
                  <a:pt x="147087" y="276463"/>
                </a:cubicBezTo>
                <a:cubicBezTo>
                  <a:pt x="75541" y="276463"/>
                  <a:pt x="17495" y="218416"/>
                  <a:pt x="17495" y="146871"/>
                </a:cubicBezTo>
                <a:cubicBezTo>
                  <a:pt x="17495" y="84505"/>
                  <a:pt x="61502" y="32452"/>
                  <a:pt x="120196" y="20087"/>
                </a:cubicBezTo>
                <a:close/>
                <a:moveTo>
                  <a:pt x="257996" y="155510"/>
                </a:moveTo>
                <a:lnTo>
                  <a:pt x="292554" y="155510"/>
                </a:lnTo>
                <a:cubicBezTo>
                  <a:pt x="302543" y="155510"/>
                  <a:pt x="310534" y="163988"/>
                  <a:pt x="308483" y="173761"/>
                </a:cubicBezTo>
                <a:cubicBezTo>
                  <a:pt x="302975" y="199895"/>
                  <a:pt x="289584" y="223114"/>
                  <a:pt x="270901" y="240825"/>
                </a:cubicBezTo>
                <a:cubicBezTo>
                  <a:pt x="264259" y="247142"/>
                  <a:pt x="253838" y="245793"/>
                  <a:pt x="248006" y="238719"/>
                </a:cubicBezTo>
                <a:lnTo>
                  <a:pt x="202433" y="183804"/>
                </a:lnTo>
                <a:cubicBezTo>
                  <a:pt x="193092" y="172519"/>
                  <a:pt x="201137" y="155510"/>
                  <a:pt x="215716" y="155510"/>
                </a:cubicBezTo>
                <a:lnTo>
                  <a:pt x="257942" y="15551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01005" y="2506594"/>
            <a:ext cx="334519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10221" y="2838349"/>
            <a:ext cx="3326766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 BI</a:t>
            </a:r>
            <a:r>
              <a:rPr lang="en-US" sz="116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provides effective insights and dashboards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7048" y="3741460"/>
            <a:ext cx="11417905" cy="2027392"/>
          </a:xfrm>
          <a:custGeom>
            <a:avLst/>
            <a:gdLst/>
            <a:ahLst/>
            <a:cxnLst/>
            <a:rect l="l" t="t" r="r" b="b"/>
            <a:pathLst>
              <a:path w="11417905" h="2027392">
                <a:moveTo>
                  <a:pt x="0" y="0"/>
                </a:moveTo>
                <a:lnTo>
                  <a:pt x="11417905" y="0"/>
                </a:lnTo>
                <a:lnTo>
                  <a:pt x="11417905" y="2027392"/>
                </a:lnTo>
                <a:lnTo>
                  <a:pt x="0" y="202739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1256" y="3944200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82939" y="207347"/>
                </a:moveTo>
                <a:lnTo>
                  <a:pt x="15875" y="207347"/>
                </a:lnTo>
                <a:cubicBezTo>
                  <a:pt x="-259" y="207347"/>
                  <a:pt x="-10173" y="189787"/>
                  <a:pt x="-1879" y="175921"/>
                </a:cubicBezTo>
                <a:lnTo>
                  <a:pt x="32398" y="118771"/>
                </a:lnTo>
                <a:cubicBezTo>
                  <a:pt x="38035" y="109376"/>
                  <a:pt x="48143" y="103673"/>
                  <a:pt x="59094" y="103673"/>
                </a:cubicBezTo>
                <a:lnTo>
                  <a:pt x="120650" y="103673"/>
                </a:lnTo>
                <a:cubicBezTo>
                  <a:pt x="169960" y="20152"/>
                  <a:pt x="243503" y="15940"/>
                  <a:pt x="292683" y="23132"/>
                </a:cubicBezTo>
                <a:cubicBezTo>
                  <a:pt x="300977" y="24363"/>
                  <a:pt x="307457" y="30843"/>
                  <a:pt x="308623" y="39072"/>
                </a:cubicBezTo>
                <a:cubicBezTo>
                  <a:pt x="315815" y="88252"/>
                  <a:pt x="311604" y="161795"/>
                  <a:pt x="228082" y="211105"/>
                </a:cubicBezTo>
                <a:lnTo>
                  <a:pt x="228082" y="272661"/>
                </a:lnTo>
                <a:cubicBezTo>
                  <a:pt x="228082" y="283612"/>
                  <a:pt x="222380" y="293720"/>
                  <a:pt x="212984" y="299357"/>
                </a:cubicBezTo>
                <a:lnTo>
                  <a:pt x="155834" y="333634"/>
                </a:lnTo>
                <a:cubicBezTo>
                  <a:pt x="142033" y="341928"/>
                  <a:pt x="124408" y="331949"/>
                  <a:pt x="124408" y="315880"/>
                </a:cubicBezTo>
                <a:lnTo>
                  <a:pt x="124408" y="248816"/>
                </a:lnTo>
                <a:cubicBezTo>
                  <a:pt x="124408" y="225943"/>
                  <a:pt x="105812" y="207347"/>
                  <a:pt x="82939" y="207347"/>
                </a:cubicBezTo>
                <a:lnTo>
                  <a:pt x="82874" y="207347"/>
                </a:lnTo>
                <a:close/>
                <a:moveTo>
                  <a:pt x="259184" y="103673"/>
                </a:moveTo>
                <a:cubicBezTo>
                  <a:pt x="259184" y="86508"/>
                  <a:pt x="245247" y="72571"/>
                  <a:pt x="228082" y="72571"/>
                </a:cubicBezTo>
                <a:cubicBezTo>
                  <a:pt x="210916" y="72571"/>
                  <a:pt x="196980" y="86508"/>
                  <a:pt x="196980" y="103673"/>
                </a:cubicBezTo>
                <a:cubicBezTo>
                  <a:pt x="196980" y="120839"/>
                  <a:pt x="210916" y="134776"/>
                  <a:pt x="228082" y="134776"/>
                </a:cubicBezTo>
                <a:cubicBezTo>
                  <a:pt x="245247" y="134776"/>
                  <a:pt x="259184" y="120839"/>
                  <a:pt x="259184" y="1036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51927" y="3944200"/>
            <a:ext cx="1778576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610" y="4437224"/>
            <a:ext cx="3547937" cy="1115066"/>
          </a:xfrm>
          <a:custGeom>
            <a:avLst/>
            <a:gdLst/>
            <a:ahLst/>
            <a:cxnLst/>
            <a:rect l="l" t="t" r="r" b="b"/>
            <a:pathLst>
              <a:path w="3547937" h="1115066">
                <a:moveTo>
                  <a:pt x="0" y="0"/>
                </a:moveTo>
                <a:lnTo>
                  <a:pt x="3547937" y="0"/>
                </a:lnTo>
                <a:lnTo>
                  <a:pt x="3547937" y="1115066"/>
                </a:lnTo>
                <a:lnTo>
                  <a:pt x="0" y="11150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39563" y="459849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138231" y="0"/>
                </a:moveTo>
                <a:cubicBezTo>
                  <a:pt x="214523" y="0"/>
                  <a:pt x="276463" y="61939"/>
                  <a:pt x="276463" y="138231"/>
                </a:cubicBezTo>
                <a:cubicBezTo>
                  <a:pt x="276463" y="214523"/>
                  <a:pt x="214523" y="276463"/>
                  <a:pt x="138231" y="276463"/>
                </a:cubicBezTo>
                <a:cubicBezTo>
                  <a:pt x="61939" y="276463"/>
                  <a:pt x="0" y="214523"/>
                  <a:pt x="0" y="138231"/>
                </a:cubicBezTo>
                <a:cubicBezTo>
                  <a:pt x="0" y="61939"/>
                  <a:pt x="61939" y="0"/>
                  <a:pt x="138231" y="0"/>
                </a:cubicBezTo>
                <a:close/>
                <a:moveTo>
                  <a:pt x="125272" y="64796"/>
                </a:moveTo>
                <a:lnTo>
                  <a:pt x="125272" y="138231"/>
                </a:lnTo>
                <a:cubicBezTo>
                  <a:pt x="125272" y="142551"/>
                  <a:pt x="127432" y="146601"/>
                  <a:pt x="131050" y="149031"/>
                </a:cubicBezTo>
                <a:lnTo>
                  <a:pt x="182886" y="183588"/>
                </a:lnTo>
                <a:cubicBezTo>
                  <a:pt x="188826" y="187584"/>
                  <a:pt x="196872" y="185964"/>
                  <a:pt x="200867" y="179971"/>
                </a:cubicBezTo>
                <a:cubicBezTo>
                  <a:pt x="204863" y="173977"/>
                  <a:pt x="203243" y="165986"/>
                  <a:pt x="197250" y="161990"/>
                </a:cubicBezTo>
                <a:lnTo>
                  <a:pt x="151190" y="131320"/>
                </a:lnTo>
                <a:lnTo>
                  <a:pt x="151190" y="64796"/>
                </a:lnTo>
                <a:cubicBezTo>
                  <a:pt x="151190" y="57614"/>
                  <a:pt x="145413" y="51837"/>
                  <a:pt x="138231" y="51837"/>
                </a:cubicBezTo>
                <a:cubicBezTo>
                  <a:pt x="131050" y="51837"/>
                  <a:pt x="125272" y="57614"/>
                  <a:pt x="125272" y="6479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3410" y="4948680"/>
            <a:ext cx="330833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2626" y="5206712"/>
            <a:ext cx="328990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Live updates &amp; monitoring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22536" y="4437224"/>
            <a:ext cx="3547937" cy="1115066"/>
          </a:xfrm>
          <a:custGeom>
            <a:avLst/>
            <a:gdLst/>
            <a:ahLst/>
            <a:cxnLst/>
            <a:rect l="l" t="t" r="r" b="b"/>
            <a:pathLst>
              <a:path w="3547937" h="1115066">
                <a:moveTo>
                  <a:pt x="0" y="0"/>
                </a:moveTo>
                <a:lnTo>
                  <a:pt x="3547937" y="0"/>
                </a:lnTo>
                <a:lnTo>
                  <a:pt x="3547937" y="1115066"/>
                </a:lnTo>
                <a:lnTo>
                  <a:pt x="0" y="11150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58489" y="4598494"/>
            <a:ext cx="276463" cy="276463"/>
          </a:xfrm>
          <a:custGeom>
            <a:avLst/>
            <a:gdLst/>
            <a:ahLst/>
            <a:cxnLst/>
            <a:rect l="l" t="t" r="r" b="b"/>
            <a:pathLst>
              <a:path w="276463" h="276463">
                <a:moveTo>
                  <a:pt x="64796" y="30238"/>
                </a:moveTo>
                <a:cubicBezTo>
                  <a:pt x="64796" y="13553"/>
                  <a:pt x="78349" y="0"/>
                  <a:pt x="95034" y="0"/>
                </a:cubicBezTo>
                <a:lnTo>
                  <a:pt x="107993" y="0"/>
                </a:lnTo>
                <a:cubicBezTo>
                  <a:pt x="117551" y="0"/>
                  <a:pt x="125272" y="7722"/>
                  <a:pt x="125272" y="17279"/>
                </a:cubicBezTo>
                <a:lnTo>
                  <a:pt x="125272" y="259184"/>
                </a:lnTo>
                <a:cubicBezTo>
                  <a:pt x="125272" y="268741"/>
                  <a:pt x="117551" y="276463"/>
                  <a:pt x="107993" y="276463"/>
                </a:cubicBezTo>
                <a:lnTo>
                  <a:pt x="90714" y="276463"/>
                </a:lnTo>
                <a:cubicBezTo>
                  <a:pt x="74623" y="276463"/>
                  <a:pt x="61070" y="265447"/>
                  <a:pt x="57236" y="250544"/>
                </a:cubicBezTo>
                <a:cubicBezTo>
                  <a:pt x="56858" y="250544"/>
                  <a:pt x="56534" y="250544"/>
                  <a:pt x="56156" y="250544"/>
                </a:cubicBezTo>
                <a:cubicBezTo>
                  <a:pt x="32290" y="250544"/>
                  <a:pt x="12959" y="231213"/>
                  <a:pt x="12959" y="207347"/>
                </a:cubicBezTo>
                <a:cubicBezTo>
                  <a:pt x="12959" y="197628"/>
                  <a:pt x="16199" y="188664"/>
                  <a:pt x="21599" y="181429"/>
                </a:cubicBezTo>
                <a:cubicBezTo>
                  <a:pt x="11123" y="173545"/>
                  <a:pt x="4320" y="161018"/>
                  <a:pt x="4320" y="146871"/>
                </a:cubicBezTo>
                <a:cubicBezTo>
                  <a:pt x="4320" y="130186"/>
                  <a:pt x="13823" y="115661"/>
                  <a:pt x="27646" y="108479"/>
                </a:cubicBezTo>
                <a:cubicBezTo>
                  <a:pt x="23813" y="102000"/>
                  <a:pt x="21599" y="94440"/>
                  <a:pt x="21599" y="86395"/>
                </a:cubicBezTo>
                <a:cubicBezTo>
                  <a:pt x="21599" y="62528"/>
                  <a:pt x="40929" y="43197"/>
                  <a:pt x="64796" y="43197"/>
                </a:cubicBezTo>
                <a:lnTo>
                  <a:pt x="64796" y="30238"/>
                </a:lnTo>
                <a:close/>
                <a:moveTo>
                  <a:pt x="211667" y="30238"/>
                </a:moveTo>
                <a:lnTo>
                  <a:pt x="211667" y="43197"/>
                </a:lnTo>
                <a:cubicBezTo>
                  <a:pt x="235533" y="43197"/>
                  <a:pt x="254864" y="62528"/>
                  <a:pt x="254864" y="86395"/>
                </a:cubicBezTo>
                <a:cubicBezTo>
                  <a:pt x="254864" y="94494"/>
                  <a:pt x="252650" y="102054"/>
                  <a:pt x="248816" y="108479"/>
                </a:cubicBezTo>
                <a:cubicBezTo>
                  <a:pt x="262693" y="115661"/>
                  <a:pt x="272143" y="130132"/>
                  <a:pt x="272143" y="146871"/>
                </a:cubicBezTo>
                <a:cubicBezTo>
                  <a:pt x="272143" y="161018"/>
                  <a:pt x="265339" y="173545"/>
                  <a:pt x="254864" y="181429"/>
                </a:cubicBezTo>
                <a:cubicBezTo>
                  <a:pt x="260264" y="188664"/>
                  <a:pt x="263503" y="197628"/>
                  <a:pt x="263503" y="207347"/>
                </a:cubicBezTo>
                <a:cubicBezTo>
                  <a:pt x="263503" y="231213"/>
                  <a:pt x="244173" y="250544"/>
                  <a:pt x="220306" y="250544"/>
                </a:cubicBezTo>
                <a:cubicBezTo>
                  <a:pt x="219928" y="250544"/>
                  <a:pt x="219604" y="250544"/>
                  <a:pt x="219226" y="250544"/>
                </a:cubicBezTo>
                <a:cubicBezTo>
                  <a:pt x="215392" y="265447"/>
                  <a:pt x="201839" y="276463"/>
                  <a:pt x="185748" y="276463"/>
                </a:cubicBezTo>
                <a:lnTo>
                  <a:pt x="168469" y="276463"/>
                </a:lnTo>
                <a:cubicBezTo>
                  <a:pt x="158912" y="276463"/>
                  <a:pt x="151190" y="268741"/>
                  <a:pt x="151190" y="259184"/>
                </a:cubicBezTo>
                <a:lnTo>
                  <a:pt x="151190" y="17279"/>
                </a:lnTo>
                <a:cubicBezTo>
                  <a:pt x="151190" y="7722"/>
                  <a:pt x="158912" y="0"/>
                  <a:pt x="168469" y="0"/>
                </a:cubicBezTo>
                <a:lnTo>
                  <a:pt x="181429" y="0"/>
                </a:lnTo>
                <a:cubicBezTo>
                  <a:pt x="198114" y="0"/>
                  <a:pt x="211667" y="13553"/>
                  <a:pt x="211667" y="30238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42336" y="4948680"/>
            <a:ext cx="330833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Predictive Analysis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51552" y="5206712"/>
            <a:ext cx="328990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AI-powered forecasting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41461" y="4437224"/>
            <a:ext cx="3547937" cy="1115066"/>
          </a:xfrm>
          <a:custGeom>
            <a:avLst/>
            <a:gdLst/>
            <a:ahLst/>
            <a:cxnLst/>
            <a:rect l="l" t="t" r="r" b="b"/>
            <a:pathLst>
              <a:path w="3547937" h="1115066">
                <a:moveTo>
                  <a:pt x="0" y="0"/>
                </a:moveTo>
                <a:lnTo>
                  <a:pt x="3547937" y="0"/>
                </a:lnTo>
                <a:lnTo>
                  <a:pt x="3547937" y="1115066"/>
                </a:lnTo>
                <a:lnTo>
                  <a:pt x="0" y="11150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36862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94693" y="4598494"/>
            <a:ext cx="241905" cy="276463"/>
          </a:xfrm>
          <a:custGeom>
            <a:avLst/>
            <a:gdLst/>
            <a:ahLst/>
            <a:cxnLst/>
            <a:rect l="l" t="t" r="r" b="b"/>
            <a:pathLst>
              <a:path w="241905" h="276463">
                <a:moveTo>
                  <a:pt x="17279" y="17279"/>
                </a:moveTo>
                <a:cubicBezTo>
                  <a:pt x="7722" y="17279"/>
                  <a:pt x="0" y="25000"/>
                  <a:pt x="0" y="34558"/>
                </a:cubicBezTo>
                <a:lnTo>
                  <a:pt x="0" y="86395"/>
                </a:lnTo>
                <a:cubicBezTo>
                  <a:pt x="0" y="95952"/>
                  <a:pt x="7722" y="103673"/>
                  <a:pt x="17279" y="103673"/>
                </a:cubicBezTo>
                <a:cubicBezTo>
                  <a:pt x="26836" y="103673"/>
                  <a:pt x="34558" y="95952"/>
                  <a:pt x="34558" y="86395"/>
                </a:cubicBezTo>
                <a:lnTo>
                  <a:pt x="34558" y="51837"/>
                </a:lnTo>
                <a:lnTo>
                  <a:pt x="69116" y="51837"/>
                </a:lnTo>
                <a:cubicBezTo>
                  <a:pt x="78673" y="51837"/>
                  <a:pt x="86395" y="44115"/>
                  <a:pt x="86395" y="34558"/>
                </a:cubicBezTo>
                <a:cubicBezTo>
                  <a:pt x="86395" y="25000"/>
                  <a:pt x="78673" y="17279"/>
                  <a:pt x="69116" y="17279"/>
                </a:cubicBezTo>
                <a:lnTo>
                  <a:pt x="17279" y="17279"/>
                </a:lnTo>
                <a:close/>
                <a:moveTo>
                  <a:pt x="34558" y="190068"/>
                </a:moveTo>
                <a:cubicBezTo>
                  <a:pt x="34558" y="180511"/>
                  <a:pt x="26836" y="172789"/>
                  <a:pt x="17279" y="172789"/>
                </a:cubicBezTo>
                <a:cubicBezTo>
                  <a:pt x="7722" y="172789"/>
                  <a:pt x="0" y="180511"/>
                  <a:pt x="0" y="190068"/>
                </a:cubicBezTo>
                <a:lnTo>
                  <a:pt x="0" y="241905"/>
                </a:lnTo>
                <a:cubicBezTo>
                  <a:pt x="0" y="251462"/>
                  <a:pt x="7722" y="259184"/>
                  <a:pt x="17279" y="259184"/>
                </a:cubicBezTo>
                <a:lnTo>
                  <a:pt x="69116" y="259184"/>
                </a:lnTo>
                <a:cubicBezTo>
                  <a:pt x="78673" y="259184"/>
                  <a:pt x="86395" y="251462"/>
                  <a:pt x="86395" y="241905"/>
                </a:cubicBezTo>
                <a:cubicBezTo>
                  <a:pt x="86395" y="232347"/>
                  <a:pt x="78673" y="224626"/>
                  <a:pt x="69116" y="224626"/>
                </a:cubicBezTo>
                <a:lnTo>
                  <a:pt x="34558" y="224626"/>
                </a:lnTo>
                <a:lnTo>
                  <a:pt x="34558" y="190068"/>
                </a:lnTo>
                <a:close/>
                <a:moveTo>
                  <a:pt x="172789" y="17279"/>
                </a:moveTo>
                <a:cubicBezTo>
                  <a:pt x="163232" y="17279"/>
                  <a:pt x="155510" y="25000"/>
                  <a:pt x="155510" y="34558"/>
                </a:cubicBezTo>
                <a:cubicBezTo>
                  <a:pt x="155510" y="44115"/>
                  <a:pt x="163232" y="51837"/>
                  <a:pt x="172789" y="51837"/>
                </a:cubicBezTo>
                <a:lnTo>
                  <a:pt x="207347" y="51837"/>
                </a:lnTo>
                <a:lnTo>
                  <a:pt x="207347" y="86395"/>
                </a:lnTo>
                <a:cubicBezTo>
                  <a:pt x="207347" y="95952"/>
                  <a:pt x="215068" y="103673"/>
                  <a:pt x="224626" y="103673"/>
                </a:cubicBezTo>
                <a:cubicBezTo>
                  <a:pt x="234183" y="103673"/>
                  <a:pt x="241905" y="95952"/>
                  <a:pt x="241905" y="86395"/>
                </a:cubicBezTo>
                <a:lnTo>
                  <a:pt x="241905" y="34558"/>
                </a:lnTo>
                <a:cubicBezTo>
                  <a:pt x="241905" y="25000"/>
                  <a:pt x="234183" y="17279"/>
                  <a:pt x="224626" y="17279"/>
                </a:cubicBezTo>
                <a:lnTo>
                  <a:pt x="172789" y="17279"/>
                </a:lnTo>
                <a:close/>
                <a:moveTo>
                  <a:pt x="241905" y="190068"/>
                </a:moveTo>
                <a:cubicBezTo>
                  <a:pt x="241905" y="180511"/>
                  <a:pt x="234183" y="172789"/>
                  <a:pt x="224626" y="172789"/>
                </a:cubicBezTo>
                <a:cubicBezTo>
                  <a:pt x="215068" y="172789"/>
                  <a:pt x="207347" y="180511"/>
                  <a:pt x="207347" y="190068"/>
                </a:cubicBezTo>
                <a:lnTo>
                  <a:pt x="207347" y="224626"/>
                </a:lnTo>
                <a:lnTo>
                  <a:pt x="172789" y="224626"/>
                </a:lnTo>
                <a:cubicBezTo>
                  <a:pt x="163232" y="224626"/>
                  <a:pt x="155510" y="232347"/>
                  <a:pt x="155510" y="241905"/>
                </a:cubicBezTo>
                <a:cubicBezTo>
                  <a:pt x="155510" y="251462"/>
                  <a:pt x="163232" y="259184"/>
                  <a:pt x="172789" y="259184"/>
                </a:cubicBezTo>
                <a:lnTo>
                  <a:pt x="224626" y="259184"/>
                </a:lnTo>
                <a:cubicBezTo>
                  <a:pt x="234183" y="259184"/>
                  <a:pt x="241905" y="251462"/>
                  <a:pt x="241905" y="241905"/>
                </a:cubicBezTo>
                <a:lnTo>
                  <a:pt x="241905" y="190068"/>
                </a:lnTo>
                <a:close/>
              </a:path>
            </a:pathLst>
          </a:custGeom>
          <a:solidFill>
            <a:srgbClr val="FFE6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161262" y="4948680"/>
            <a:ext cx="330833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Multi-Department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70477" y="5206712"/>
            <a:ext cx="328990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Scale across campus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27800" y="5990023"/>
            <a:ext cx="2534240" cy="958404"/>
          </a:xfrm>
          <a:custGeom>
            <a:avLst/>
            <a:gdLst/>
            <a:ahLst/>
            <a:cxnLst/>
            <a:rect l="l" t="t" r="r" b="b"/>
            <a:pathLst>
              <a:path w="2534240" h="958404">
                <a:moveTo>
                  <a:pt x="0" y="0"/>
                </a:moveTo>
                <a:lnTo>
                  <a:pt x="2534240" y="0"/>
                </a:lnTo>
                <a:lnTo>
                  <a:pt x="2534240" y="958404"/>
                </a:lnTo>
                <a:lnTo>
                  <a:pt x="0" y="95840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5293" dir="2700000" algn="bl" rotWithShape="0">
              <a:srgbClr val="2D3436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5732" y="6155900"/>
            <a:ext cx="1898376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73378" y="6524517"/>
            <a:ext cx="184308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6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778</Words>
  <Application>Microsoft Macintosh PowerPoint</Application>
  <PresentationFormat>Widescreen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Coda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Analytics Dashboard</dc:title>
  <dc:subject>Student Performance Analytics Dashboard</dc:subject>
  <dc:creator>Kimi</dc:creator>
  <cp:lastModifiedBy>PAWAN ACHYUTANAND .</cp:lastModifiedBy>
  <cp:revision>2</cp:revision>
  <dcterms:created xsi:type="dcterms:W3CDTF">2026-02-20T09:40:01Z</dcterms:created>
  <dcterms:modified xsi:type="dcterms:W3CDTF">2026-02-20T09:41:31Z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{"Label":"Student Performance Analytics Dashboard","ContentProducer":"001191110108MACG2KBH8F10000","ProduceID":"19c7a611-b872-8934-8000-0000fd6cd2a0","ReservedCode1":"","ContentPropagator":"001191110108MACG2KBH8F20000","PropagateID":"19c7a611-b872-8934-8000-0000fd6cd2a0","ReservedCode2":""}</vt:lpwstr>
  </property>
</Properties>
</file>